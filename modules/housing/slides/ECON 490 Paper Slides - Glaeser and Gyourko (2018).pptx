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346" r:id="rId2"/>
    <p:sldId id="258" r:id="rId3"/>
    <p:sldId id="437" r:id="rId4"/>
    <p:sldId id="438" r:id="rId5"/>
    <p:sldId id="439" r:id="rId6"/>
    <p:sldId id="440" r:id="rId7"/>
    <p:sldId id="441" r:id="rId8"/>
    <p:sldId id="442" r:id="rId9"/>
    <p:sldId id="443" r:id="rId10"/>
    <p:sldId id="444" r:id="rId11"/>
    <p:sldId id="445" r:id="rId12"/>
    <p:sldId id="446" r:id="rId13"/>
    <p:sldId id="447" r:id="rId14"/>
    <p:sldId id="450" r:id="rId15"/>
    <p:sldId id="451" r:id="rId16"/>
  </p:sldIdLst>
  <p:sldSz cx="9144000" cy="5143500" type="screen16x9"/>
  <p:notesSz cx="9144000" cy="6858000"/>
  <p:embeddedFontLst>
    <p:embeddedFont>
      <p:font typeface="Book Antiqua" panose="02040602050305030304" pitchFamily="18" charset="0"/>
      <p:regular r:id="rId18"/>
      <p:bold r:id="rId19"/>
      <p:italic r:id="rId20"/>
      <p:boldItalic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09BE72-416E-499E-9C94-24C581460145}" v="1" dt="2025-09-02T15:20:03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72" autoAdjust="0"/>
    <p:restoredTop sz="87283" autoAdjust="0"/>
  </p:normalViewPr>
  <p:slideViewPr>
    <p:cSldViewPr snapToGrid="0">
      <p:cViewPr varScale="1">
        <p:scale>
          <a:sx n="127" d="100"/>
          <a:sy n="127" d="100"/>
        </p:scale>
        <p:origin x="1458" y="12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kay, Taylor" userId="75bcf993-1f45-479e-826e-57ea5156856d" providerId="ADAL" clId="{96DB167B-6A08-415B-95FF-7B98463039B3}"/>
    <pc:docChg chg="custSel modSld">
      <pc:chgData name="Mackay, Taylor" userId="75bcf993-1f45-479e-826e-57ea5156856d" providerId="ADAL" clId="{96DB167B-6A08-415B-95FF-7B98463039B3}" dt="2023-01-31T02:29:02.495" v="125"/>
      <pc:docMkLst>
        <pc:docMk/>
      </pc:docMkLst>
      <pc:sldChg chg="modSp mod">
        <pc:chgData name="Mackay, Taylor" userId="75bcf993-1f45-479e-826e-57ea5156856d" providerId="ADAL" clId="{96DB167B-6A08-415B-95FF-7B98463039B3}" dt="2023-01-31T02:05:11.696" v="115" actId="20577"/>
        <pc:sldMkLst>
          <pc:docMk/>
          <pc:sldMk cId="1175365299" sldId="259"/>
        </pc:sldMkLst>
      </pc:sldChg>
      <pc:sldChg chg="modSp mod">
        <pc:chgData name="Mackay, Taylor" userId="75bcf993-1f45-479e-826e-57ea5156856d" providerId="ADAL" clId="{96DB167B-6A08-415B-95FF-7B98463039B3}" dt="2023-01-31T01:53:33.581" v="106" actId="113"/>
        <pc:sldMkLst>
          <pc:docMk/>
          <pc:sldMk cId="943362383" sldId="266"/>
        </pc:sldMkLst>
      </pc:sldChg>
      <pc:sldChg chg="modSp mod">
        <pc:chgData name="Mackay, Taylor" userId="75bcf993-1f45-479e-826e-57ea5156856d" providerId="ADAL" clId="{96DB167B-6A08-415B-95FF-7B98463039B3}" dt="2023-01-31T02:29:02.495" v="125"/>
        <pc:sldMkLst>
          <pc:docMk/>
          <pc:sldMk cId="1739991646" sldId="267"/>
        </pc:sldMkLst>
      </pc:sldChg>
      <pc:sldChg chg="modSp mod">
        <pc:chgData name="Mackay, Taylor" userId="75bcf993-1f45-479e-826e-57ea5156856d" providerId="ADAL" clId="{96DB167B-6A08-415B-95FF-7B98463039B3}" dt="2023-01-29T01:02:47.696" v="61" actId="20577"/>
        <pc:sldMkLst>
          <pc:docMk/>
          <pc:sldMk cId="1488071247" sldId="269"/>
        </pc:sldMkLst>
      </pc:sldChg>
      <pc:sldChg chg="modSp mod">
        <pc:chgData name="Mackay, Taylor" userId="75bcf993-1f45-479e-826e-57ea5156856d" providerId="ADAL" clId="{96DB167B-6A08-415B-95FF-7B98463039B3}" dt="2023-01-31T01:59:29.811" v="112" actId="20577"/>
        <pc:sldMkLst>
          <pc:docMk/>
          <pc:sldMk cId="1373268752" sldId="271"/>
        </pc:sldMkLst>
      </pc:sldChg>
    </pc:docChg>
  </pc:docChgLst>
  <pc:docChgLst>
    <pc:chgData name="Mackay, Taylor" userId="75bcf993-1f45-479e-826e-57ea5156856d" providerId="ADAL" clId="{F5FB8EE5-C318-434A-AC6D-A93810AA2043}"/>
    <pc:docChg chg="undo redo custSel addSld delSld modSld sldOrd">
      <pc:chgData name="Mackay, Taylor" userId="75bcf993-1f45-479e-826e-57ea5156856d" providerId="ADAL" clId="{F5FB8EE5-C318-434A-AC6D-A93810AA2043}" dt="2023-03-12T06:10:44.718" v="9406" actId="20577"/>
      <pc:docMkLst>
        <pc:docMk/>
      </pc:docMkLst>
      <pc:sldChg chg="modSp mod">
        <pc:chgData name="Mackay, Taylor" userId="75bcf993-1f45-479e-826e-57ea5156856d" providerId="ADAL" clId="{F5FB8EE5-C318-434A-AC6D-A93810AA2043}" dt="2023-03-09T21:41:35.456" v="111" actId="20577"/>
        <pc:sldMkLst>
          <pc:docMk/>
          <pc:sldMk cId="572610980" sldId="256"/>
        </pc:sldMkLst>
      </pc:sldChg>
      <pc:sldChg chg="modSp mod chgLayout">
        <pc:chgData name="Mackay, Taylor" userId="75bcf993-1f45-479e-826e-57ea5156856d" providerId="ADAL" clId="{F5FB8EE5-C318-434A-AC6D-A93810AA2043}" dt="2023-03-10T23:37:12.202" v="6496" actId="20577"/>
        <pc:sldMkLst>
          <pc:docMk/>
          <pc:sldMk cId="2862530943" sldId="257"/>
        </pc:sldMkLst>
      </pc:sldChg>
      <pc:sldChg chg="modSp new mod ord setBg">
        <pc:chgData name="Mackay, Taylor" userId="75bcf993-1f45-479e-826e-57ea5156856d" providerId="ADAL" clId="{F5FB8EE5-C318-434A-AC6D-A93810AA2043}" dt="2023-03-12T05:37:49.180" v="6875" actId="20577"/>
        <pc:sldMkLst>
          <pc:docMk/>
          <pc:sldMk cId="2416052964" sldId="258"/>
        </pc:sldMkLst>
      </pc:sldChg>
      <pc:sldChg chg="modSp new del mod">
        <pc:chgData name="Mackay, Taylor" userId="75bcf993-1f45-479e-826e-57ea5156856d" providerId="ADAL" clId="{F5FB8EE5-C318-434A-AC6D-A93810AA2043}" dt="2023-03-09T21:58:04.064" v="1072" actId="2696"/>
        <pc:sldMkLst>
          <pc:docMk/>
          <pc:sldMk cId="359788503" sldId="259"/>
        </pc:sldMkLst>
      </pc:sldChg>
      <pc:sldChg chg="modSp new mod ord">
        <pc:chgData name="Mackay, Taylor" userId="75bcf993-1f45-479e-826e-57ea5156856d" providerId="ADAL" clId="{F5FB8EE5-C318-434A-AC6D-A93810AA2043}" dt="2023-03-10T23:42:53.621" v="6540" actId="20577"/>
        <pc:sldMkLst>
          <pc:docMk/>
          <pc:sldMk cId="2147416863" sldId="260"/>
        </pc:sldMkLst>
      </pc:sldChg>
      <pc:sldChg chg="modSp new mod">
        <pc:chgData name="Mackay, Taylor" userId="75bcf993-1f45-479e-826e-57ea5156856d" providerId="ADAL" clId="{F5FB8EE5-C318-434A-AC6D-A93810AA2043}" dt="2023-03-12T06:10:14.638" v="9404" actId="20577"/>
        <pc:sldMkLst>
          <pc:docMk/>
          <pc:sldMk cId="1960155510" sldId="261"/>
        </pc:sldMkLst>
      </pc:sldChg>
      <pc:sldChg chg="addSp modSp new mod">
        <pc:chgData name="Mackay, Taylor" userId="75bcf993-1f45-479e-826e-57ea5156856d" providerId="ADAL" clId="{F5FB8EE5-C318-434A-AC6D-A93810AA2043}" dt="2023-03-10T23:39:54.918" v="6520" actId="20577"/>
        <pc:sldMkLst>
          <pc:docMk/>
          <pc:sldMk cId="3393904924" sldId="262"/>
        </pc:sldMkLst>
      </pc:sldChg>
      <pc:sldChg chg="modSp new mod">
        <pc:chgData name="Mackay, Taylor" userId="75bcf993-1f45-479e-826e-57ea5156856d" providerId="ADAL" clId="{F5FB8EE5-C318-434A-AC6D-A93810AA2043}" dt="2023-03-10T23:14:46.834" v="4397" actId="5793"/>
        <pc:sldMkLst>
          <pc:docMk/>
          <pc:sldMk cId="320662900" sldId="263"/>
        </pc:sldMkLst>
      </pc:sldChg>
      <pc:sldChg chg="modSp new mod">
        <pc:chgData name="Mackay, Taylor" userId="75bcf993-1f45-479e-826e-57ea5156856d" providerId="ADAL" clId="{F5FB8EE5-C318-434A-AC6D-A93810AA2043}" dt="2023-03-10T23:33:22.526" v="6430" actId="20577"/>
        <pc:sldMkLst>
          <pc:docMk/>
          <pc:sldMk cId="1146019224" sldId="264"/>
        </pc:sldMkLst>
      </pc:sldChg>
      <pc:sldChg chg="modSp new mod">
        <pc:chgData name="Mackay, Taylor" userId="75bcf993-1f45-479e-826e-57ea5156856d" providerId="ADAL" clId="{F5FB8EE5-C318-434A-AC6D-A93810AA2043}" dt="2023-03-12T06:01:33.936" v="9335" actId="20577"/>
        <pc:sldMkLst>
          <pc:docMk/>
          <pc:sldMk cId="1960731242" sldId="265"/>
        </pc:sldMkLst>
      </pc:sldChg>
      <pc:sldChg chg="new del">
        <pc:chgData name="Mackay, Taylor" userId="75bcf993-1f45-479e-826e-57ea5156856d" providerId="ADAL" clId="{F5FB8EE5-C318-434A-AC6D-A93810AA2043}" dt="2023-03-12T05:36:34.989" v="6639" actId="47"/>
        <pc:sldMkLst>
          <pc:docMk/>
          <pc:sldMk cId="849444013" sldId="266"/>
        </pc:sldMkLst>
      </pc:sldChg>
      <pc:sldChg chg="modSp new mod">
        <pc:chgData name="Mackay, Taylor" userId="75bcf993-1f45-479e-826e-57ea5156856d" providerId="ADAL" clId="{F5FB8EE5-C318-434A-AC6D-A93810AA2043}" dt="2023-03-12T05:38:56.298" v="6901" actId="5793"/>
        <pc:sldMkLst>
          <pc:docMk/>
          <pc:sldMk cId="3280255936" sldId="266"/>
        </pc:sldMkLst>
      </pc:sldChg>
      <pc:sldChg chg="modSp new mod">
        <pc:chgData name="Mackay, Taylor" userId="75bcf993-1f45-479e-826e-57ea5156856d" providerId="ADAL" clId="{F5FB8EE5-C318-434A-AC6D-A93810AA2043}" dt="2023-03-12T05:44:32.253" v="7807" actId="20577"/>
        <pc:sldMkLst>
          <pc:docMk/>
          <pc:sldMk cId="4171878739" sldId="267"/>
        </pc:sldMkLst>
      </pc:sldChg>
      <pc:sldChg chg="modSp new mod">
        <pc:chgData name="Mackay, Taylor" userId="75bcf993-1f45-479e-826e-57ea5156856d" providerId="ADAL" clId="{F5FB8EE5-C318-434A-AC6D-A93810AA2043}" dt="2023-03-12T06:10:44.718" v="9406" actId="20577"/>
        <pc:sldMkLst>
          <pc:docMk/>
          <pc:sldMk cId="2563828454" sldId="268"/>
        </pc:sldMkLst>
      </pc:sldChg>
      <pc:sldChg chg="del">
        <pc:chgData name="Mackay, Taylor" userId="75bcf993-1f45-479e-826e-57ea5156856d" providerId="ADAL" clId="{F5FB8EE5-C318-434A-AC6D-A93810AA2043}" dt="2023-03-09T21:40:57.776" v="34" actId="47"/>
        <pc:sldMkLst>
          <pc:docMk/>
          <pc:sldMk cId="687299912" sldId="305"/>
        </pc:sldMkLst>
      </pc:sldChg>
      <pc:sldChg chg="del">
        <pc:chgData name="Mackay, Taylor" userId="75bcf993-1f45-479e-826e-57ea5156856d" providerId="ADAL" clId="{F5FB8EE5-C318-434A-AC6D-A93810AA2043}" dt="2023-03-09T21:40:56.968" v="32" actId="47"/>
        <pc:sldMkLst>
          <pc:docMk/>
          <pc:sldMk cId="2716654354" sldId="329"/>
        </pc:sldMkLst>
      </pc:sldChg>
      <pc:sldChg chg="del">
        <pc:chgData name="Mackay, Taylor" userId="75bcf993-1f45-479e-826e-57ea5156856d" providerId="ADAL" clId="{F5FB8EE5-C318-434A-AC6D-A93810AA2043}" dt="2023-03-09T21:41:01.183" v="42" actId="47"/>
        <pc:sldMkLst>
          <pc:docMk/>
          <pc:sldMk cId="1653296191" sldId="330"/>
        </pc:sldMkLst>
      </pc:sldChg>
      <pc:sldChg chg="del">
        <pc:chgData name="Mackay, Taylor" userId="75bcf993-1f45-479e-826e-57ea5156856d" providerId="ADAL" clId="{F5FB8EE5-C318-434A-AC6D-A93810AA2043}" dt="2023-03-09T21:41:00.551" v="40" actId="47"/>
        <pc:sldMkLst>
          <pc:docMk/>
          <pc:sldMk cId="3982419706" sldId="331"/>
        </pc:sldMkLst>
      </pc:sldChg>
      <pc:sldChg chg="del">
        <pc:chgData name="Mackay, Taylor" userId="75bcf993-1f45-479e-826e-57ea5156856d" providerId="ADAL" clId="{F5FB8EE5-C318-434A-AC6D-A93810AA2043}" dt="2023-03-09T21:41:00.897" v="41" actId="47"/>
        <pc:sldMkLst>
          <pc:docMk/>
          <pc:sldMk cId="3705169249" sldId="332"/>
        </pc:sldMkLst>
      </pc:sldChg>
      <pc:sldChg chg="del">
        <pc:chgData name="Mackay, Taylor" userId="75bcf993-1f45-479e-826e-57ea5156856d" providerId="ADAL" clId="{F5FB8EE5-C318-434A-AC6D-A93810AA2043}" dt="2023-03-09T21:40:57.347" v="33" actId="47"/>
        <pc:sldMkLst>
          <pc:docMk/>
          <pc:sldMk cId="658885500" sldId="333"/>
        </pc:sldMkLst>
      </pc:sldChg>
      <pc:sldChg chg="del">
        <pc:chgData name="Mackay, Taylor" userId="75bcf993-1f45-479e-826e-57ea5156856d" providerId="ADAL" clId="{F5FB8EE5-C318-434A-AC6D-A93810AA2043}" dt="2023-03-09T21:41:02.262" v="43" actId="47"/>
        <pc:sldMkLst>
          <pc:docMk/>
          <pc:sldMk cId="4000849750" sldId="334"/>
        </pc:sldMkLst>
      </pc:sldChg>
      <pc:sldChg chg="del">
        <pc:chgData name="Mackay, Taylor" userId="75bcf993-1f45-479e-826e-57ea5156856d" providerId="ADAL" clId="{F5FB8EE5-C318-434A-AC6D-A93810AA2043}" dt="2023-03-09T21:41:02.596" v="44" actId="47"/>
        <pc:sldMkLst>
          <pc:docMk/>
          <pc:sldMk cId="446081437" sldId="335"/>
        </pc:sldMkLst>
      </pc:sldChg>
      <pc:sldChg chg="del">
        <pc:chgData name="Mackay, Taylor" userId="75bcf993-1f45-479e-826e-57ea5156856d" providerId="ADAL" clId="{F5FB8EE5-C318-434A-AC6D-A93810AA2043}" dt="2023-03-09T21:40:59.405" v="37" actId="47"/>
        <pc:sldMkLst>
          <pc:docMk/>
          <pc:sldMk cId="1729333973" sldId="336"/>
        </pc:sldMkLst>
      </pc:sldChg>
      <pc:sldChg chg="del">
        <pc:chgData name="Mackay, Taylor" userId="75bcf993-1f45-479e-826e-57ea5156856d" providerId="ADAL" clId="{F5FB8EE5-C318-434A-AC6D-A93810AA2043}" dt="2023-03-09T21:40:59.813" v="38" actId="47"/>
        <pc:sldMkLst>
          <pc:docMk/>
          <pc:sldMk cId="520596793" sldId="337"/>
        </pc:sldMkLst>
      </pc:sldChg>
      <pc:sldChg chg="del">
        <pc:chgData name="Mackay, Taylor" userId="75bcf993-1f45-479e-826e-57ea5156856d" providerId="ADAL" clId="{F5FB8EE5-C318-434A-AC6D-A93810AA2043}" dt="2023-03-09T21:41:00.237" v="39" actId="47"/>
        <pc:sldMkLst>
          <pc:docMk/>
          <pc:sldMk cId="2442378185" sldId="338"/>
        </pc:sldMkLst>
      </pc:sldChg>
      <pc:sldChg chg="del">
        <pc:chgData name="Mackay, Taylor" userId="75bcf993-1f45-479e-826e-57ea5156856d" providerId="ADAL" clId="{F5FB8EE5-C318-434A-AC6D-A93810AA2043}" dt="2023-03-09T21:41:03.981" v="46" actId="47"/>
        <pc:sldMkLst>
          <pc:docMk/>
          <pc:sldMk cId="4206655682" sldId="340"/>
        </pc:sldMkLst>
      </pc:sldChg>
      <pc:sldChg chg="del">
        <pc:chgData name="Mackay, Taylor" userId="75bcf993-1f45-479e-826e-57ea5156856d" providerId="ADAL" clId="{F5FB8EE5-C318-434A-AC6D-A93810AA2043}" dt="2023-03-09T21:41:03.448" v="45" actId="47"/>
        <pc:sldMkLst>
          <pc:docMk/>
          <pc:sldMk cId="3998142046" sldId="341"/>
        </pc:sldMkLst>
      </pc:sldChg>
      <pc:sldChg chg="del">
        <pc:chgData name="Mackay, Taylor" userId="75bcf993-1f45-479e-826e-57ea5156856d" providerId="ADAL" clId="{F5FB8EE5-C318-434A-AC6D-A93810AA2043}" dt="2023-03-09T21:40:58.193" v="35" actId="47"/>
        <pc:sldMkLst>
          <pc:docMk/>
          <pc:sldMk cId="234083875" sldId="342"/>
        </pc:sldMkLst>
      </pc:sldChg>
      <pc:sldChg chg="del">
        <pc:chgData name="Mackay, Taylor" userId="75bcf993-1f45-479e-826e-57ea5156856d" providerId="ADAL" clId="{F5FB8EE5-C318-434A-AC6D-A93810AA2043}" dt="2023-03-09T21:40:58.694" v="36" actId="47"/>
        <pc:sldMkLst>
          <pc:docMk/>
          <pc:sldMk cId="882271471" sldId="343"/>
        </pc:sldMkLst>
      </pc:sldChg>
      <pc:sldMasterChg chg="delSldLayout">
        <pc:chgData name="Mackay, Taylor" userId="75bcf993-1f45-479e-826e-57ea5156856d" providerId="ADAL" clId="{F5FB8EE5-C318-434A-AC6D-A93810AA2043}" dt="2023-03-09T21:41:02.596" v="44" actId="47"/>
        <pc:sldMasterMkLst>
          <pc:docMk/>
          <pc:sldMasterMk cId="0" sldId="2147483659"/>
        </pc:sldMasterMkLst>
        <pc:sldLayoutChg chg="del">
          <pc:chgData name="Mackay, Taylor" userId="75bcf993-1f45-479e-826e-57ea5156856d" providerId="ADAL" clId="{F5FB8EE5-C318-434A-AC6D-A93810AA2043}" dt="2023-03-09T21:41:02.596" v="44" actId="47"/>
          <pc:sldLayoutMkLst>
            <pc:docMk/>
            <pc:sldMasterMk cId="0" sldId="2147483659"/>
            <pc:sldLayoutMk cId="0" sldId="2147483653"/>
          </pc:sldLayoutMkLst>
        </pc:sldLayoutChg>
      </pc:sldMasterChg>
    </pc:docChg>
  </pc:docChgLst>
  <pc:docChgLst>
    <pc:chgData name="Mackay, Taylor" userId="75bcf993-1f45-479e-826e-57ea5156856d" providerId="ADAL" clId="{E8F50824-32DA-44C5-B7E1-CE66EFC523D2}"/>
    <pc:docChg chg="undo custSel modSld">
      <pc:chgData name="Mackay, Taylor" userId="75bcf993-1f45-479e-826e-57ea5156856d" providerId="ADAL" clId="{E8F50824-32DA-44C5-B7E1-CE66EFC523D2}" dt="2025-02-03T20:09:31.733" v="6" actId="20577"/>
      <pc:docMkLst>
        <pc:docMk/>
      </pc:docMkLst>
      <pc:sldChg chg="modSp mod">
        <pc:chgData name="Mackay, Taylor" userId="75bcf993-1f45-479e-826e-57ea5156856d" providerId="ADAL" clId="{E8F50824-32DA-44C5-B7E1-CE66EFC523D2}" dt="2025-02-03T20:09:31.733" v="6" actId="20577"/>
        <pc:sldMkLst>
          <pc:docMk/>
          <pc:sldMk cId="2021553049" sldId="346"/>
        </pc:sldMkLst>
      </pc:sldChg>
    </pc:docChg>
  </pc:docChgLst>
  <pc:docChgLst>
    <pc:chgData name="Mackay, Taylor" userId="75bcf993-1f45-479e-826e-57ea5156856d" providerId="ADAL" clId="{CB7D7200-7192-480A-A4D5-2683004B62B7}"/>
    <pc:docChg chg="undo redo custSel addSld delSld modSld sldOrd">
      <pc:chgData name="Mackay, Taylor" userId="75bcf993-1f45-479e-826e-57ea5156856d" providerId="ADAL" clId="{CB7D7200-7192-480A-A4D5-2683004B62B7}" dt="2023-02-28T01:59:20.188" v="23043" actId="13926"/>
      <pc:docMkLst>
        <pc:docMk/>
      </pc:docMkLst>
      <pc:sldChg chg="modSp mod">
        <pc:chgData name="Mackay, Taylor" userId="75bcf993-1f45-479e-826e-57ea5156856d" providerId="ADAL" clId="{CB7D7200-7192-480A-A4D5-2683004B62B7}" dt="2023-02-21T04:28:37.185" v="3873" actId="20577"/>
        <pc:sldMkLst>
          <pc:docMk/>
          <pc:sldMk cId="572610980" sldId="256"/>
        </pc:sldMkLst>
      </pc:sldChg>
      <pc:sldChg chg="modSp mod">
        <pc:chgData name="Mackay, Taylor" userId="75bcf993-1f45-479e-826e-57ea5156856d" providerId="ADAL" clId="{CB7D7200-7192-480A-A4D5-2683004B62B7}" dt="2023-02-28T00:11:48.056" v="22094" actId="2711"/>
        <pc:sldMkLst>
          <pc:docMk/>
          <pc:sldMk cId="2862530943" sldId="257"/>
        </pc:sldMkLst>
      </pc:sldChg>
      <pc:sldChg chg="del">
        <pc:chgData name="Mackay, Taylor" userId="75bcf993-1f45-479e-826e-57ea5156856d" providerId="ADAL" clId="{CB7D7200-7192-480A-A4D5-2683004B62B7}" dt="2023-02-20T22:23:34.919" v="6" actId="47"/>
        <pc:sldMkLst>
          <pc:docMk/>
          <pc:sldMk cId="660501267" sldId="287"/>
        </pc:sldMkLst>
      </pc:sldChg>
      <pc:sldChg chg="del">
        <pc:chgData name="Mackay, Taylor" userId="75bcf993-1f45-479e-826e-57ea5156856d" providerId="ADAL" clId="{CB7D7200-7192-480A-A4D5-2683004B62B7}" dt="2023-02-20T22:23:34.919" v="6" actId="47"/>
        <pc:sldMkLst>
          <pc:docMk/>
          <pc:sldMk cId="2267134607" sldId="288"/>
        </pc:sldMkLst>
      </pc:sldChg>
      <pc:sldChg chg="del">
        <pc:chgData name="Mackay, Taylor" userId="75bcf993-1f45-479e-826e-57ea5156856d" providerId="ADAL" clId="{CB7D7200-7192-480A-A4D5-2683004B62B7}" dt="2023-02-20T22:23:34.919" v="6" actId="47"/>
        <pc:sldMkLst>
          <pc:docMk/>
          <pc:sldMk cId="1180549098" sldId="289"/>
        </pc:sldMkLst>
      </pc:sldChg>
      <pc:sldChg chg="del">
        <pc:chgData name="Mackay, Taylor" userId="75bcf993-1f45-479e-826e-57ea5156856d" providerId="ADAL" clId="{CB7D7200-7192-480A-A4D5-2683004B62B7}" dt="2023-02-20T22:23:31.372" v="5" actId="47"/>
        <pc:sldMkLst>
          <pc:docMk/>
          <pc:sldMk cId="2151785239" sldId="291"/>
        </pc:sldMkLst>
      </pc:sldChg>
      <pc:sldChg chg="del">
        <pc:chgData name="Mackay, Taylor" userId="75bcf993-1f45-479e-826e-57ea5156856d" providerId="ADAL" clId="{CB7D7200-7192-480A-A4D5-2683004B62B7}" dt="2023-02-20T22:23:31.372" v="5" actId="47"/>
        <pc:sldMkLst>
          <pc:docMk/>
          <pc:sldMk cId="4275852074" sldId="292"/>
        </pc:sldMkLst>
      </pc:sldChg>
      <pc:sldChg chg="del">
        <pc:chgData name="Mackay, Taylor" userId="75bcf993-1f45-479e-826e-57ea5156856d" providerId="ADAL" clId="{CB7D7200-7192-480A-A4D5-2683004B62B7}" dt="2023-02-20T22:23:31.372" v="5" actId="47"/>
        <pc:sldMkLst>
          <pc:docMk/>
          <pc:sldMk cId="41474094" sldId="293"/>
        </pc:sldMkLst>
      </pc:sldChg>
      <pc:sldChg chg="del">
        <pc:chgData name="Mackay, Taylor" userId="75bcf993-1f45-479e-826e-57ea5156856d" providerId="ADAL" clId="{CB7D7200-7192-480A-A4D5-2683004B62B7}" dt="2023-02-20T22:23:26.460" v="4" actId="47"/>
        <pc:sldMkLst>
          <pc:docMk/>
          <pc:sldMk cId="1199384344" sldId="294"/>
        </pc:sldMkLst>
      </pc:sldChg>
      <pc:sldChg chg="del">
        <pc:chgData name="Mackay, Taylor" userId="75bcf993-1f45-479e-826e-57ea5156856d" providerId="ADAL" clId="{CB7D7200-7192-480A-A4D5-2683004B62B7}" dt="2023-02-20T22:23:21.771" v="0" actId="47"/>
        <pc:sldMkLst>
          <pc:docMk/>
          <pc:sldMk cId="13000550" sldId="295"/>
        </pc:sldMkLst>
      </pc:sldChg>
      <pc:sldChg chg="del ord">
        <pc:chgData name="Mackay, Taylor" userId="75bcf993-1f45-479e-826e-57ea5156856d" providerId="ADAL" clId="{CB7D7200-7192-480A-A4D5-2683004B62B7}" dt="2023-02-20T22:23:25.239" v="3" actId="47"/>
        <pc:sldMkLst>
          <pc:docMk/>
          <pc:sldMk cId="2777561145" sldId="297"/>
        </pc:sldMkLst>
      </pc:sldChg>
      <pc:sldChg chg="modSp del mod">
        <pc:chgData name="Mackay, Taylor" userId="75bcf993-1f45-479e-826e-57ea5156856d" providerId="ADAL" clId="{CB7D7200-7192-480A-A4D5-2683004B62B7}" dt="2023-02-21T04:23:59.675" v="2929" actId="47"/>
        <pc:sldMkLst>
          <pc:docMk/>
          <pc:sldMk cId="4163816643" sldId="298"/>
        </pc:sldMkLst>
      </pc:sldChg>
      <pc:sldChg chg="addSp delSp modSp new del mod ord setBg chgLayout">
        <pc:chgData name="Mackay, Taylor" userId="75bcf993-1f45-479e-826e-57ea5156856d" providerId="ADAL" clId="{CB7D7200-7192-480A-A4D5-2683004B62B7}" dt="2023-02-28T01:58:00.398" v="22954" actId="47"/>
        <pc:sldMkLst>
          <pc:docMk/>
          <pc:sldMk cId="2556284071" sldId="299"/>
        </pc:sldMkLst>
      </pc:sldChg>
      <pc:sldChg chg="del">
        <pc:chgData name="Mackay, Taylor" userId="75bcf993-1f45-479e-826e-57ea5156856d" providerId="ADAL" clId="{CB7D7200-7192-480A-A4D5-2683004B62B7}" dt="2023-02-20T22:23:21.771" v="0" actId="47"/>
        <pc:sldMkLst>
          <pc:docMk/>
          <pc:sldMk cId="3586975782" sldId="299"/>
        </pc:sldMkLst>
      </pc:sldChg>
      <pc:sldChg chg="modSp add del mod">
        <pc:chgData name="Mackay, Taylor" userId="75bcf993-1f45-479e-826e-57ea5156856d" providerId="ADAL" clId="{CB7D7200-7192-480A-A4D5-2683004B62B7}" dt="2023-02-28T00:10:32.622" v="21955" actId="47"/>
        <pc:sldMkLst>
          <pc:docMk/>
          <pc:sldMk cId="2794552188" sldId="300"/>
        </pc:sldMkLst>
      </pc:sldChg>
      <pc:sldChg chg="del">
        <pc:chgData name="Mackay, Taylor" userId="75bcf993-1f45-479e-826e-57ea5156856d" providerId="ADAL" clId="{CB7D7200-7192-480A-A4D5-2683004B62B7}" dt="2023-02-20T22:23:21.771" v="0" actId="47"/>
        <pc:sldMkLst>
          <pc:docMk/>
          <pc:sldMk cId="4047468733" sldId="300"/>
        </pc:sldMkLst>
      </pc:sldChg>
      <pc:sldChg chg="modSp new mod ord">
        <pc:chgData name="Mackay, Taylor" userId="75bcf993-1f45-479e-826e-57ea5156856d" providerId="ADAL" clId="{CB7D7200-7192-480A-A4D5-2683004B62B7}" dt="2023-02-28T01:59:20.188" v="23043" actId="13926"/>
        <pc:sldMkLst>
          <pc:docMk/>
          <pc:sldMk cId="1425880858" sldId="301"/>
        </pc:sldMkLst>
      </pc:sldChg>
      <pc:sldChg chg="del">
        <pc:chgData name="Mackay, Taylor" userId="75bcf993-1f45-479e-826e-57ea5156856d" providerId="ADAL" clId="{CB7D7200-7192-480A-A4D5-2683004B62B7}" dt="2023-02-20T22:23:21.771" v="0" actId="47"/>
        <pc:sldMkLst>
          <pc:docMk/>
          <pc:sldMk cId="3284996468" sldId="301"/>
        </pc:sldMkLst>
      </pc:sldChg>
      <pc:sldChg chg="del">
        <pc:chgData name="Mackay, Taylor" userId="75bcf993-1f45-479e-826e-57ea5156856d" providerId="ADAL" clId="{CB7D7200-7192-480A-A4D5-2683004B62B7}" dt="2023-02-20T22:23:31.372" v="5" actId="47"/>
        <pc:sldMkLst>
          <pc:docMk/>
          <pc:sldMk cId="2844816311" sldId="302"/>
        </pc:sldMkLst>
      </pc:sldChg>
      <pc:sldChg chg="modSp new del mod ord">
        <pc:chgData name="Mackay, Taylor" userId="75bcf993-1f45-479e-826e-57ea5156856d" providerId="ADAL" clId="{CB7D7200-7192-480A-A4D5-2683004B62B7}" dt="2023-02-24T21:16:20.689" v="14583" actId="47"/>
        <pc:sldMkLst>
          <pc:docMk/>
          <pc:sldMk cId="4003800392" sldId="302"/>
        </pc:sldMkLst>
      </pc:sldChg>
      <pc:sldChg chg="modSp new mod">
        <pc:chgData name="Mackay, Taylor" userId="75bcf993-1f45-479e-826e-57ea5156856d" providerId="ADAL" clId="{CB7D7200-7192-480A-A4D5-2683004B62B7}" dt="2023-02-24T19:48:42.890" v="13158" actId="20577"/>
        <pc:sldMkLst>
          <pc:docMk/>
          <pc:sldMk cId="2187507683" sldId="303"/>
        </pc:sldMkLst>
      </pc:sldChg>
      <pc:sldChg chg="addSp modSp add mod">
        <pc:chgData name="Mackay, Taylor" userId="75bcf993-1f45-479e-826e-57ea5156856d" providerId="ADAL" clId="{CB7D7200-7192-480A-A4D5-2683004B62B7}" dt="2023-02-28T00:18:39.251" v="22138" actId="20577"/>
        <pc:sldMkLst>
          <pc:docMk/>
          <pc:sldMk cId="2064940212" sldId="304"/>
        </pc:sldMkLst>
      </pc:sldChg>
      <pc:sldChg chg="addSp delSp modSp new mod">
        <pc:chgData name="Mackay, Taylor" userId="75bcf993-1f45-479e-826e-57ea5156856d" providerId="ADAL" clId="{CB7D7200-7192-480A-A4D5-2683004B62B7}" dt="2023-02-22T22:33:44.960" v="8397" actId="1076"/>
        <pc:sldMkLst>
          <pc:docMk/>
          <pc:sldMk cId="687299912" sldId="305"/>
        </pc:sldMkLst>
      </pc:sldChg>
      <pc:sldChg chg="modSp new mod">
        <pc:chgData name="Mackay, Taylor" userId="75bcf993-1f45-479e-826e-57ea5156856d" providerId="ADAL" clId="{CB7D7200-7192-480A-A4D5-2683004B62B7}" dt="2023-02-24T19:50:05.758" v="13303" actId="20577"/>
        <pc:sldMkLst>
          <pc:docMk/>
          <pc:sldMk cId="1183377847" sldId="306"/>
        </pc:sldMkLst>
      </pc:sldChg>
      <pc:sldChg chg="modSp new del mod">
        <pc:chgData name="Mackay, Taylor" userId="75bcf993-1f45-479e-826e-57ea5156856d" providerId="ADAL" clId="{CB7D7200-7192-480A-A4D5-2683004B62B7}" dt="2023-02-23T04:51:45.407" v="12088" actId="47"/>
        <pc:sldMkLst>
          <pc:docMk/>
          <pc:sldMk cId="2616054794" sldId="307"/>
        </pc:sldMkLst>
      </pc:sldChg>
      <pc:sldChg chg="modSp new mod">
        <pc:chgData name="Mackay, Taylor" userId="75bcf993-1f45-479e-826e-57ea5156856d" providerId="ADAL" clId="{CB7D7200-7192-480A-A4D5-2683004B62B7}" dt="2023-02-24T19:49:00.419" v="13185" actId="20577"/>
        <pc:sldMkLst>
          <pc:docMk/>
          <pc:sldMk cId="3548695574" sldId="308"/>
        </pc:sldMkLst>
      </pc:sldChg>
      <pc:sldChg chg="modSp new mod">
        <pc:chgData name="Mackay, Taylor" userId="75bcf993-1f45-479e-826e-57ea5156856d" providerId="ADAL" clId="{CB7D7200-7192-480A-A4D5-2683004B62B7}" dt="2023-02-24T19:54:05.003" v="13593" actId="20577"/>
        <pc:sldMkLst>
          <pc:docMk/>
          <pc:sldMk cId="172923203" sldId="309"/>
        </pc:sldMkLst>
      </pc:sldChg>
      <pc:sldChg chg="modSp new del mod">
        <pc:chgData name="Mackay, Taylor" userId="75bcf993-1f45-479e-826e-57ea5156856d" providerId="ADAL" clId="{CB7D7200-7192-480A-A4D5-2683004B62B7}" dt="2023-02-23T04:51:45.651" v="12089" actId="47"/>
        <pc:sldMkLst>
          <pc:docMk/>
          <pc:sldMk cId="1394097449" sldId="310"/>
        </pc:sldMkLst>
      </pc:sldChg>
      <pc:sldChg chg="modSp new mod">
        <pc:chgData name="Mackay, Taylor" userId="75bcf993-1f45-479e-826e-57ea5156856d" providerId="ADAL" clId="{CB7D7200-7192-480A-A4D5-2683004B62B7}" dt="2023-02-24T19:50:25.922" v="13307" actId="114"/>
        <pc:sldMkLst>
          <pc:docMk/>
          <pc:sldMk cId="1456871070" sldId="311"/>
        </pc:sldMkLst>
      </pc:sldChg>
      <pc:sldChg chg="modSp new mod">
        <pc:chgData name="Mackay, Taylor" userId="75bcf993-1f45-479e-826e-57ea5156856d" providerId="ADAL" clId="{CB7D7200-7192-480A-A4D5-2683004B62B7}" dt="2023-02-28T00:35:30.287" v="22167" actId="20577"/>
        <pc:sldMkLst>
          <pc:docMk/>
          <pc:sldMk cId="298740764" sldId="312"/>
        </pc:sldMkLst>
      </pc:sldChg>
      <pc:sldChg chg="new del">
        <pc:chgData name="Mackay, Taylor" userId="75bcf993-1f45-479e-826e-57ea5156856d" providerId="ADAL" clId="{CB7D7200-7192-480A-A4D5-2683004B62B7}" dt="2023-02-23T04:52:36.928" v="12091" actId="2696"/>
        <pc:sldMkLst>
          <pc:docMk/>
          <pc:sldMk cId="3262973169" sldId="312"/>
        </pc:sldMkLst>
      </pc:sldChg>
      <pc:sldChg chg="addSp delSp modSp new mod modClrScheme chgLayout">
        <pc:chgData name="Mackay, Taylor" userId="75bcf993-1f45-479e-826e-57ea5156856d" providerId="ADAL" clId="{CB7D7200-7192-480A-A4D5-2683004B62B7}" dt="2023-02-24T21:16:47.207" v="14585" actId="207"/>
        <pc:sldMkLst>
          <pc:docMk/>
          <pc:sldMk cId="1469592449" sldId="313"/>
        </pc:sldMkLst>
      </pc:sldChg>
      <pc:sldChg chg="addSp delSp modSp new mod modClrScheme chgLayout">
        <pc:chgData name="Mackay, Taylor" userId="75bcf993-1f45-479e-826e-57ea5156856d" providerId="ADAL" clId="{CB7D7200-7192-480A-A4D5-2683004B62B7}" dt="2023-02-25T19:13:16.156" v="18652" actId="20577"/>
        <pc:sldMkLst>
          <pc:docMk/>
          <pc:sldMk cId="4251256930" sldId="314"/>
        </pc:sldMkLst>
      </pc:sldChg>
      <pc:sldChg chg="modSp new mod">
        <pc:chgData name="Mackay, Taylor" userId="75bcf993-1f45-479e-826e-57ea5156856d" providerId="ADAL" clId="{CB7D7200-7192-480A-A4D5-2683004B62B7}" dt="2023-02-28T00:41:53.416" v="22400" actId="20577"/>
        <pc:sldMkLst>
          <pc:docMk/>
          <pc:sldMk cId="4211986352" sldId="315"/>
        </pc:sldMkLst>
      </pc:sldChg>
      <pc:sldChg chg="modSp new mod">
        <pc:chgData name="Mackay, Taylor" userId="75bcf993-1f45-479e-826e-57ea5156856d" providerId="ADAL" clId="{CB7D7200-7192-480A-A4D5-2683004B62B7}" dt="2023-02-24T21:33:22.820" v="16428" actId="20577"/>
        <pc:sldMkLst>
          <pc:docMk/>
          <pc:sldMk cId="3753422080" sldId="316"/>
        </pc:sldMkLst>
      </pc:sldChg>
      <pc:sldChg chg="modSp new del mod">
        <pc:chgData name="Mackay, Taylor" userId="75bcf993-1f45-479e-826e-57ea5156856d" providerId="ADAL" clId="{CB7D7200-7192-480A-A4D5-2683004B62B7}" dt="2023-02-25T19:14:32.124" v="18730" actId="47"/>
        <pc:sldMkLst>
          <pc:docMk/>
          <pc:sldMk cId="1466024809" sldId="317"/>
        </pc:sldMkLst>
      </pc:sldChg>
      <pc:sldChg chg="addSp delSp modSp new mod chgLayout">
        <pc:chgData name="Mackay, Taylor" userId="75bcf993-1f45-479e-826e-57ea5156856d" providerId="ADAL" clId="{CB7D7200-7192-480A-A4D5-2683004B62B7}" dt="2023-02-27T17:58:09.236" v="19972" actId="20577"/>
        <pc:sldMkLst>
          <pc:docMk/>
          <pc:sldMk cId="1244239935" sldId="318"/>
        </pc:sldMkLst>
      </pc:sldChg>
      <pc:sldChg chg="modSp new del mod setBg">
        <pc:chgData name="Mackay, Taylor" userId="75bcf993-1f45-479e-826e-57ea5156856d" providerId="ADAL" clId="{CB7D7200-7192-480A-A4D5-2683004B62B7}" dt="2023-02-28T01:57:47.684" v="22953" actId="47"/>
        <pc:sldMkLst>
          <pc:docMk/>
          <pc:sldMk cId="4171017012" sldId="319"/>
        </pc:sldMkLst>
      </pc:sldChg>
      <pc:sldChg chg="modSp new mod">
        <pc:chgData name="Mackay, Taylor" userId="75bcf993-1f45-479e-826e-57ea5156856d" providerId="ADAL" clId="{CB7D7200-7192-480A-A4D5-2683004B62B7}" dt="2023-02-28T01:42:29.643" v="22952" actId="20577"/>
        <pc:sldMkLst>
          <pc:docMk/>
          <pc:sldMk cId="893991955" sldId="320"/>
        </pc:sldMkLst>
      </pc:sldChg>
      <pc:sldChg chg="addSp delSp modSp new mod">
        <pc:chgData name="Mackay, Taylor" userId="75bcf993-1f45-479e-826e-57ea5156856d" providerId="ADAL" clId="{CB7D7200-7192-480A-A4D5-2683004B62B7}" dt="2023-02-25T18:18:12.960" v="16703" actId="20577"/>
        <pc:sldMkLst>
          <pc:docMk/>
          <pc:sldMk cId="2631118015" sldId="321"/>
        </pc:sldMkLst>
      </pc:sldChg>
      <pc:sldChg chg="addSp modSp new mod ord">
        <pc:chgData name="Mackay, Taylor" userId="75bcf993-1f45-479e-826e-57ea5156856d" providerId="ADAL" clId="{CB7D7200-7192-480A-A4D5-2683004B62B7}" dt="2023-02-28T00:58:00.804" v="22934" actId="20577"/>
        <pc:sldMkLst>
          <pc:docMk/>
          <pc:sldMk cId="793688611" sldId="322"/>
        </pc:sldMkLst>
      </pc:sldChg>
      <pc:sldChg chg="addSp delSp modSp new mod">
        <pc:chgData name="Mackay, Taylor" userId="75bcf993-1f45-479e-826e-57ea5156856d" providerId="ADAL" clId="{CB7D7200-7192-480A-A4D5-2683004B62B7}" dt="2023-02-28T00:53:14.018" v="22405" actId="1036"/>
        <pc:sldMkLst>
          <pc:docMk/>
          <pc:sldMk cId="4244799036" sldId="323"/>
        </pc:sldMkLst>
      </pc:sldChg>
      <pc:sldChg chg="modSp new mod">
        <pc:chgData name="Mackay, Taylor" userId="75bcf993-1f45-479e-826e-57ea5156856d" providerId="ADAL" clId="{CB7D7200-7192-480A-A4D5-2683004B62B7}" dt="2023-02-25T19:13:44.799" v="18723" actId="20577"/>
        <pc:sldMkLst>
          <pc:docMk/>
          <pc:sldMk cId="3141941054" sldId="324"/>
        </pc:sldMkLst>
      </pc:sldChg>
      <pc:sldChg chg="modSp new del mod">
        <pc:chgData name="Mackay, Taylor" userId="75bcf993-1f45-479e-826e-57ea5156856d" providerId="ADAL" clId="{CB7D7200-7192-480A-A4D5-2683004B62B7}" dt="2023-02-25T19:23:19.868" v="19443" actId="47"/>
        <pc:sldMkLst>
          <pc:docMk/>
          <pc:sldMk cId="2694119001" sldId="325"/>
        </pc:sldMkLst>
      </pc:sldChg>
      <pc:sldChg chg="addSp delSp modSp new mod">
        <pc:chgData name="Mackay, Taylor" userId="75bcf993-1f45-479e-826e-57ea5156856d" providerId="ADAL" clId="{CB7D7200-7192-480A-A4D5-2683004B62B7}" dt="2023-02-25T19:23:08.635" v="19442" actId="1076"/>
        <pc:sldMkLst>
          <pc:docMk/>
          <pc:sldMk cId="596803962" sldId="326"/>
        </pc:sldMkLst>
      </pc:sldChg>
      <pc:sldChg chg="modSp add mod">
        <pc:chgData name="Mackay, Taylor" userId="75bcf993-1f45-479e-826e-57ea5156856d" providerId="ADAL" clId="{CB7D7200-7192-480A-A4D5-2683004B62B7}" dt="2023-02-27T17:58:11.681" v="19974" actId="20577"/>
        <pc:sldMkLst>
          <pc:docMk/>
          <pc:sldMk cId="47541598" sldId="327"/>
        </pc:sldMkLst>
      </pc:sldChg>
      <pc:sldChg chg="modSp new del mod ord">
        <pc:chgData name="Mackay, Taylor" userId="75bcf993-1f45-479e-826e-57ea5156856d" providerId="ADAL" clId="{CB7D7200-7192-480A-A4D5-2683004B62B7}" dt="2023-02-28T01:58:57.688" v="23008" actId="2696"/>
        <pc:sldMkLst>
          <pc:docMk/>
          <pc:sldMk cId="1875593049" sldId="328"/>
        </pc:sldMkLst>
      </pc:sldChg>
      <pc:sldMasterChg chg="delSldLayout">
        <pc:chgData name="Mackay, Taylor" userId="75bcf993-1f45-479e-826e-57ea5156856d" providerId="ADAL" clId="{CB7D7200-7192-480A-A4D5-2683004B62B7}" dt="2023-02-20T22:23:31.372" v="5" actId="47"/>
        <pc:sldMasterMkLst>
          <pc:docMk/>
          <pc:sldMasterMk cId="0" sldId="2147483659"/>
        </pc:sldMasterMkLst>
        <pc:sldLayoutChg chg="del">
          <pc:chgData name="Mackay, Taylor" userId="75bcf993-1f45-479e-826e-57ea5156856d" providerId="ADAL" clId="{CB7D7200-7192-480A-A4D5-2683004B62B7}" dt="2023-02-20T22:23:31.372" v="5" actId="47"/>
          <pc:sldLayoutMkLst>
            <pc:docMk/>
            <pc:sldMasterMk cId="0" sldId="2147483659"/>
            <pc:sldLayoutMk cId="0" sldId="2147483652"/>
          </pc:sldLayoutMkLst>
        </pc:sldLayoutChg>
      </pc:sldMasterChg>
    </pc:docChg>
  </pc:docChgLst>
  <pc:docChgLst>
    <pc:chgData name="Mackay, Taylor" userId="75bcf993-1f45-479e-826e-57ea5156856d" providerId="ADAL" clId="{2CADFE6E-3967-4AC1-8DAA-0AEBDC6A3F72}"/>
    <pc:docChg chg="undo custSel addSld delSld modSld sldOrd modMainMaster addSection modSection">
      <pc:chgData name="Mackay, Taylor" userId="75bcf993-1f45-479e-826e-57ea5156856d" providerId="ADAL" clId="{2CADFE6E-3967-4AC1-8DAA-0AEBDC6A3F72}" dt="2023-09-16T00:19:44.158" v="27764" actId="20577"/>
      <pc:docMkLst>
        <pc:docMk/>
      </pc:docMkLst>
      <pc:sldChg chg="modSp mod">
        <pc:chgData name="Mackay, Taylor" userId="75bcf993-1f45-479e-826e-57ea5156856d" providerId="ADAL" clId="{2CADFE6E-3967-4AC1-8DAA-0AEBDC6A3F72}" dt="2023-09-10T20:36:53.651" v="25818" actId="20577"/>
        <pc:sldMkLst>
          <pc:docMk/>
          <pc:sldMk cId="572610980" sldId="256"/>
        </pc:sldMkLst>
      </pc:sldChg>
      <pc:sldChg chg="modSp mod">
        <pc:chgData name="Mackay, Taylor" userId="75bcf993-1f45-479e-826e-57ea5156856d" providerId="ADAL" clId="{2CADFE6E-3967-4AC1-8DAA-0AEBDC6A3F72}" dt="2023-09-09T16:52:59.026" v="22641" actId="20577"/>
        <pc:sldMkLst>
          <pc:docMk/>
          <pc:sldMk cId="2828601131" sldId="258"/>
        </pc:sldMkLst>
      </pc:sldChg>
      <pc:sldChg chg="del">
        <pc:chgData name="Mackay, Taylor" userId="75bcf993-1f45-479e-826e-57ea5156856d" providerId="ADAL" clId="{2CADFE6E-3967-4AC1-8DAA-0AEBDC6A3F72}" dt="2023-09-05T17:40:01.716" v="0" actId="47"/>
        <pc:sldMkLst>
          <pc:docMk/>
          <pc:sldMk cId="2775498919" sldId="263"/>
        </pc:sldMkLst>
      </pc:sldChg>
      <pc:sldChg chg="del">
        <pc:chgData name="Mackay, Taylor" userId="75bcf993-1f45-479e-826e-57ea5156856d" providerId="ADAL" clId="{2CADFE6E-3967-4AC1-8DAA-0AEBDC6A3F72}" dt="2023-09-05T17:41:24.903" v="277" actId="47"/>
        <pc:sldMkLst>
          <pc:docMk/>
          <pc:sldMk cId="2875275712" sldId="264"/>
        </pc:sldMkLst>
      </pc:sldChg>
      <pc:sldChg chg="modSp new mod setBg">
        <pc:chgData name="Mackay, Taylor" userId="75bcf993-1f45-479e-826e-57ea5156856d" providerId="ADAL" clId="{2CADFE6E-3967-4AC1-8DAA-0AEBDC6A3F72}" dt="2023-09-08T23:25:35.813" v="22235"/>
        <pc:sldMkLst>
          <pc:docMk/>
          <pc:sldMk cId="2166452759" sldId="265"/>
        </pc:sldMkLst>
      </pc:sldChg>
      <pc:sldChg chg="modSp new del mod">
        <pc:chgData name="Mackay, Taylor" userId="75bcf993-1f45-479e-826e-57ea5156856d" providerId="ADAL" clId="{2CADFE6E-3967-4AC1-8DAA-0AEBDC6A3F72}" dt="2023-09-05T17:52:06.448" v="1248" actId="47"/>
        <pc:sldMkLst>
          <pc:docMk/>
          <pc:sldMk cId="2732787077" sldId="266"/>
        </pc:sldMkLst>
      </pc:sldChg>
      <pc:sldChg chg="modSp new mod setBg modNotesTx">
        <pc:chgData name="Mackay, Taylor" userId="75bcf993-1f45-479e-826e-57ea5156856d" providerId="ADAL" clId="{2CADFE6E-3967-4AC1-8DAA-0AEBDC6A3F72}" dt="2023-09-11T03:29:29.066" v="27497" actId="313"/>
        <pc:sldMkLst>
          <pc:docMk/>
          <pc:sldMk cId="884692754" sldId="267"/>
        </pc:sldMkLst>
      </pc:sldChg>
      <pc:sldChg chg="modSp new mod ord">
        <pc:chgData name="Mackay, Taylor" userId="75bcf993-1f45-479e-826e-57ea5156856d" providerId="ADAL" clId="{2CADFE6E-3967-4AC1-8DAA-0AEBDC6A3F72}" dt="2023-09-05T18:02:45.495" v="2106" actId="20577"/>
        <pc:sldMkLst>
          <pc:docMk/>
          <pc:sldMk cId="2093415581" sldId="268"/>
        </pc:sldMkLst>
      </pc:sldChg>
      <pc:sldChg chg="modSp add mod ord">
        <pc:chgData name="Mackay, Taylor" userId="75bcf993-1f45-479e-826e-57ea5156856d" providerId="ADAL" clId="{2CADFE6E-3967-4AC1-8DAA-0AEBDC6A3F72}" dt="2023-09-05T18:03:23.440" v="2144" actId="20577"/>
        <pc:sldMkLst>
          <pc:docMk/>
          <pc:sldMk cId="1233785467" sldId="269"/>
        </pc:sldMkLst>
      </pc:sldChg>
      <pc:sldChg chg="modSp new del mod">
        <pc:chgData name="Mackay, Taylor" userId="75bcf993-1f45-479e-826e-57ea5156856d" providerId="ADAL" clId="{2CADFE6E-3967-4AC1-8DAA-0AEBDC6A3F72}" dt="2023-09-05T18:05:55.783" v="2148" actId="47"/>
        <pc:sldMkLst>
          <pc:docMk/>
          <pc:sldMk cId="231792194" sldId="270"/>
        </pc:sldMkLst>
      </pc:sldChg>
      <pc:sldChg chg="add">
        <pc:chgData name="Mackay, Taylor" userId="75bcf993-1f45-479e-826e-57ea5156856d" providerId="ADAL" clId="{2CADFE6E-3967-4AC1-8DAA-0AEBDC6A3F72}" dt="2023-09-05T18:05:52.124" v="2146"/>
        <pc:sldMkLst>
          <pc:docMk/>
          <pc:sldMk cId="3482352031" sldId="331"/>
        </pc:sldMkLst>
      </pc:sldChg>
      <pc:sldChg chg="add ord">
        <pc:chgData name="Mackay, Taylor" userId="75bcf993-1f45-479e-826e-57ea5156856d" providerId="ADAL" clId="{2CADFE6E-3967-4AC1-8DAA-0AEBDC6A3F72}" dt="2023-09-05T18:06:08.396" v="2151"/>
        <pc:sldMkLst>
          <pc:docMk/>
          <pc:sldMk cId="3348966911" sldId="334"/>
        </pc:sldMkLst>
      </pc:sldChg>
      <pc:sldChg chg="modSp new mod">
        <pc:chgData name="Mackay, Taylor" userId="75bcf993-1f45-479e-826e-57ea5156856d" providerId="ADAL" clId="{2CADFE6E-3967-4AC1-8DAA-0AEBDC6A3F72}" dt="2023-09-05T18:18:38.925" v="4356" actId="20577"/>
        <pc:sldMkLst>
          <pc:docMk/>
          <pc:sldMk cId="3863122997" sldId="335"/>
        </pc:sldMkLst>
      </pc:sldChg>
      <pc:sldChg chg="modSp new mod">
        <pc:chgData name="Mackay, Taylor" userId="75bcf993-1f45-479e-826e-57ea5156856d" providerId="ADAL" clId="{2CADFE6E-3967-4AC1-8DAA-0AEBDC6A3F72}" dt="2023-09-05T18:28:33.316" v="5644" actId="114"/>
        <pc:sldMkLst>
          <pc:docMk/>
          <pc:sldMk cId="1524533493" sldId="336"/>
        </pc:sldMkLst>
      </pc:sldChg>
      <pc:sldChg chg="modSp new mod">
        <pc:chgData name="Mackay, Taylor" userId="75bcf993-1f45-479e-826e-57ea5156856d" providerId="ADAL" clId="{2CADFE6E-3967-4AC1-8DAA-0AEBDC6A3F72}" dt="2023-09-05T18:21:40.068" v="4877" actId="20577"/>
        <pc:sldMkLst>
          <pc:docMk/>
          <pc:sldMk cId="4102055263" sldId="337"/>
        </pc:sldMkLst>
      </pc:sldChg>
      <pc:sldChg chg="modSp new mod">
        <pc:chgData name="Mackay, Taylor" userId="75bcf993-1f45-479e-826e-57ea5156856d" providerId="ADAL" clId="{2CADFE6E-3967-4AC1-8DAA-0AEBDC6A3F72}" dt="2023-09-05T18:25:31.771" v="5565" actId="20577"/>
        <pc:sldMkLst>
          <pc:docMk/>
          <pc:sldMk cId="2766597768" sldId="338"/>
        </pc:sldMkLst>
      </pc:sldChg>
      <pc:sldChg chg="modSp new del mod ord modNotesTx">
        <pc:chgData name="Mackay, Taylor" userId="75bcf993-1f45-479e-826e-57ea5156856d" providerId="ADAL" clId="{2CADFE6E-3967-4AC1-8DAA-0AEBDC6A3F72}" dt="2023-09-10T20:45:42.774" v="26607" actId="47"/>
        <pc:sldMkLst>
          <pc:docMk/>
          <pc:sldMk cId="2662616726" sldId="339"/>
        </pc:sldMkLst>
      </pc:sldChg>
      <pc:sldChg chg="modSp new del mod ord">
        <pc:chgData name="Mackay, Taylor" userId="75bcf993-1f45-479e-826e-57ea5156856d" providerId="ADAL" clId="{2CADFE6E-3967-4AC1-8DAA-0AEBDC6A3F72}" dt="2023-09-10T20:45:44.264" v="26608" actId="47"/>
        <pc:sldMkLst>
          <pc:docMk/>
          <pc:sldMk cId="4014258949" sldId="340"/>
        </pc:sldMkLst>
      </pc:sldChg>
      <pc:sldChg chg="modSp new mod ord">
        <pc:chgData name="Mackay, Taylor" userId="75bcf993-1f45-479e-826e-57ea5156856d" providerId="ADAL" clId="{2CADFE6E-3967-4AC1-8DAA-0AEBDC6A3F72}" dt="2023-09-08T22:21:44.456" v="22208" actId="20577"/>
        <pc:sldMkLst>
          <pc:docMk/>
          <pc:sldMk cId="2501994117" sldId="341"/>
        </pc:sldMkLst>
      </pc:sldChg>
      <pc:sldChg chg="modSp new mod ord">
        <pc:chgData name="Mackay, Taylor" userId="75bcf993-1f45-479e-826e-57ea5156856d" providerId="ADAL" clId="{2CADFE6E-3967-4AC1-8DAA-0AEBDC6A3F72}" dt="2023-09-16T00:19:44.158" v="27764" actId="20577"/>
        <pc:sldMkLst>
          <pc:docMk/>
          <pc:sldMk cId="4142627329" sldId="342"/>
        </pc:sldMkLst>
      </pc:sldChg>
      <pc:sldChg chg="modSp new del mod modNotesTx">
        <pc:chgData name="Mackay, Taylor" userId="75bcf993-1f45-479e-826e-57ea5156856d" providerId="ADAL" clId="{2CADFE6E-3967-4AC1-8DAA-0AEBDC6A3F72}" dt="2023-09-10T20:45:37.339" v="26605" actId="47"/>
        <pc:sldMkLst>
          <pc:docMk/>
          <pc:sldMk cId="2372987939" sldId="343"/>
        </pc:sldMkLst>
      </pc:sldChg>
      <pc:sldChg chg="add del">
        <pc:chgData name="Mackay, Taylor" userId="75bcf993-1f45-479e-826e-57ea5156856d" providerId="ADAL" clId="{2CADFE6E-3967-4AC1-8DAA-0AEBDC6A3F72}" dt="2023-09-10T20:45:39.078" v="26606" actId="47"/>
        <pc:sldMkLst>
          <pc:docMk/>
          <pc:sldMk cId="689397456" sldId="344"/>
        </pc:sldMkLst>
      </pc:sldChg>
      <pc:sldChg chg="modSp add mod ord">
        <pc:chgData name="Mackay, Taylor" userId="75bcf993-1f45-479e-826e-57ea5156856d" providerId="ADAL" clId="{2CADFE6E-3967-4AC1-8DAA-0AEBDC6A3F72}" dt="2023-09-08T22:06:18.536" v="20138"/>
        <pc:sldMkLst>
          <pc:docMk/>
          <pc:sldMk cId="3824496739" sldId="345"/>
        </pc:sldMkLst>
      </pc:sldChg>
      <pc:sldChg chg="modSp add del mod">
        <pc:chgData name="Mackay, Taylor" userId="75bcf993-1f45-479e-826e-57ea5156856d" providerId="ADAL" clId="{2CADFE6E-3967-4AC1-8DAA-0AEBDC6A3F72}" dt="2023-09-10T20:45:54.734" v="26609" actId="47"/>
        <pc:sldMkLst>
          <pc:docMk/>
          <pc:sldMk cId="4193724324" sldId="346"/>
        </pc:sldMkLst>
      </pc:sldChg>
      <pc:sldChg chg="modSp new del mod ord">
        <pc:chgData name="Mackay, Taylor" userId="75bcf993-1f45-479e-826e-57ea5156856d" providerId="ADAL" clId="{2CADFE6E-3967-4AC1-8DAA-0AEBDC6A3F72}" dt="2023-09-10T20:45:59.329" v="26610" actId="47"/>
        <pc:sldMkLst>
          <pc:docMk/>
          <pc:sldMk cId="3137319376" sldId="347"/>
        </pc:sldMkLst>
      </pc:sldChg>
      <pc:sldChg chg="modSp add del mod ord">
        <pc:chgData name="Mackay, Taylor" userId="75bcf993-1f45-479e-826e-57ea5156856d" providerId="ADAL" clId="{2CADFE6E-3967-4AC1-8DAA-0AEBDC6A3F72}" dt="2023-09-10T20:46:00.404" v="26611" actId="47"/>
        <pc:sldMkLst>
          <pc:docMk/>
          <pc:sldMk cId="3546320371" sldId="348"/>
        </pc:sldMkLst>
      </pc:sldChg>
      <pc:sldChg chg="delSp modSp new del mod setBg">
        <pc:chgData name="Mackay, Taylor" userId="75bcf993-1f45-479e-826e-57ea5156856d" providerId="ADAL" clId="{2CADFE6E-3967-4AC1-8DAA-0AEBDC6A3F72}" dt="2023-09-10T20:46:05.972" v="26613" actId="47"/>
        <pc:sldMkLst>
          <pc:docMk/>
          <pc:sldMk cId="1641847696" sldId="349"/>
        </pc:sldMkLst>
      </pc:sldChg>
      <pc:sldChg chg="modSp new del mod ord">
        <pc:chgData name="Mackay, Taylor" userId="75bcf993-1f45-479e-826e-57ea5156856d" providerId="ADAL" clId="{2CADFE6E-3967-4AC1-8DAA-0AEBDC6A3F72}" dt="2023-09-10T20:46:03.375" v="26612" actId="47"/>
        <pc:sldMkLst>
          <pc:docMk/>
          <pc:sldMk cId="3530593874" sldId="350"/>
        </pc:sldMkLst>
      </pc:sldChg>
      <pc:sldChg chg="addSp delSp modSp new del mod">
        <pc:chgData name="Mackay, Taylor" userId="75bcf993-1f45-479e-826e-57ea5156856d" providerId="ADAL" clId="{2CADFE6E-3967-4AC1-8DAA-0AEBDC6A3F72}" dt="2023-09-08T21:02:36.284" v="14238" actId="47"/>
        <pc:sldMkLst>
          <pc:docMk/>
          <pc:sldMk cId="2267650282" sldId="351"/>
        </pc:sldMkLst>
      </pc:sldChg>
      <pc:sldChg chg="delSp modSp add del mod">
        <pc:chgData name="Mackay, Taylor" userId="75bcf993-1f45-479e-826e-57ea5156856d" providerId="ADAL" clId="{2CADFE6E-3967-4AC1-8DAA-0AEBDC6A3F72}" dt="2023-09-08T21:02:03.360" v="14231" actId="47"/>
        <pc:sldMkLst>
          <pc:docMk/>
          <pc:sldMk cId="380631291" sldId="352"/>
        </pc:sldMkLst>
      </pc:sldChg>
      <pc:sldChg chg="modSp add del mod">
        <pc:chgData name="Mackay, Taylor" userId="75bcf993-1f45-479e-826e-57ea5156856d" providerId="ADAL" clId="{2CADFE6E-3967-4AC1-8DAA-0AEBDC6A3F72}" dt="2023-09-08T20:59:40.104" v="14205" actId="47"/>
        <pc:sldMkLst>
          <pc:docMk/>
          <pc:sldMk cId="1730164143" sldId="352"/>
        </pc:sldMkLst>
      </pc:sldChg>
      <pc:sldChg chg="modSp add mod">
        <pc:chgData name="Mackay, Taylor" userId="75bcf993-1f45-479e-826e-57ea5156856d" providerId="ADAL" clId="{2CADFE6E-3967-4AC1-8DAA-0AEBDC6A3F72}" dt="2023-09-09T17:17:25.763" v="23826" actId="1076"/>
        <pc:sldMkLst>
          <pc:docMk/>
          <pc:sldMk cId="3536620435" sldId="352"/>
        </pc:sldMkLst>
      </pc:sldChg>
      <pc:sldChg chg="delSp modSp add mod">
        <pc:chgData name="Mackay, Taylor" userId="75bcf993-1f45-479e-826e-57ea5156856d" providerId="ADAL" clId="{2CADFE6E-3967-4AC1-8DAA-0AEBDC6A3F72}" dt="2023-09-08T21:40:49.256" v="17458" actId="20577"/>
        <pc:sldMkLst>
          <pc:docMk/>
          <pc:sldMk cId="538090210" sldId="353"/>
        </pc:sldMkLst>
      </pc:sldChg>
      <pc:sldChg chg="new del">
        <pc:chgData name="Mackay, Taylor" userId="75bcf993-1f45-479e-826e-57ea5156856d" providerId="ADAL" clId="{2CADFE6E-3967-4AC1-8DAA-0AEBDC6A3F72}" dt="2023-09-08T21:05:19.625" v="14411" actId="680"/>
        <pc:sldMkLst>
          <pc:docMk/>
          <pc:sldMk cId="141751077" sldId="354"/>
        </pc:sldMkLst>
      </pc:sldChg>
      <pc:sldChg chg="add del">
        <pc:chgData name="Mackay, Taylor" userId="75bcf993-1f45-479e-826e-57ea5156856d" providerId="ADAL" clId="{2CADFE6E-3967-4AC1-8DAA-0AEBDC6A3F72}" dt="2023-09-08T21:04:49.677" v="14406" actId="47"/>
        <pc:sldMkLst>
          <pc:docMk/>
          <pc:sldMk cId="663955674" sldId="354"/>
        </pc:sldMkLst>
      </pc:sldChg>
      <pc:sldChg chg="addSp delSp modSp add mod">
        <pc:chgData name="Mackay, Taylor" userId="75bcf993-1f45-479e-826e-57ea5156856d" providerId="ADAL" clId="{2CADFE6E-3967-4AC1-8DAA-0AEBDC6A3F72}" dt="2023-09-08T21:40:24.518" v="17430" actId="20577"/>
        <pc:sldMkLst>
          <pc:docMk/>
          <pc:sldMk cId="2150430764" sldId="354"/>
        </pc:sldMkLst>
      </pc:sldChg>
      <pc:sldChg chg="addSp modSp add mod">
        <pc:chgData name="Mackay, Taylor" userId="75bcf993-1f45-479e-826e-57ea5156856d" providerId="ADAL" clId="{2CADFE6E-3967-4AC1-8DAA-0AEBDC6A3F72}" dt="2023-09-09T17:03:21.790" v="22915" actId="5793"/>
        <pc:sldMkLst>
          <pc:docMk/>
          <pc:sldMk cId="1475309432" sldId="355"/>
        </pc:sldMkLst>
      </pc:sldChg>
      <pc:sldChg chg="add del">
        <pc:chgData name="Mackay, Taylor" userId="75bcf993-1f45-479e-826e-57ea5156856d" providerId="ADAL" clId="{2CADFE6E-3967-4AC1-8DAA-0AEBDC6A3F72}" dt="2023-09-08T21:07:48.367" v="14547" actId="47"/>
        <pc:sldMkLst>
          <pc:docMk/>
          <pc:sldMk cId="1752996381" sldId="355"/>
        </pc:sldMkLst>
      </pc:sldChg>
      <pc:sldChg chg="modSp add mod">
        <pc:chgData name="Mackay, Taylor" userId="75bcf993-1f45-479e-826e-57ea5156856d" providerId="ADAL" clId="{2CADFE6E-3967-4AC1-8DAA-0AEBDC6A3F72}" dt="2023-09-09T17:08:03.836" v="23223" actId="5793"/>
        <pc:sldMkLst>
          <pc:docMk/>
          <pc:sldMk cId="928953837" sldId="356"/>
        </pc:sldMkLst>
      </pc:sldChg>
      <pc:sldChg chg="modSp add del mod ord">
        <pc:chgData name="Mackay, Taylor" userId="75bcf993-1f45-479e-826e-57ea5156856d" providerId="ADAL" clId="{2CADFE6E-3967-4AC1-8DAA-0AEBDC6A3F72}" dt="2023-09-08T21:20:41.926" v="15615" actId="47"/>
        <pc:sldMkLst>
          <pc:docMk/>
          <pc:sldMk cId="988848813" sldId="356"/>
        </pc:sldMkLst>
      </pc:sldChg>
      <pc:sldChg chg="addSp delSp modSp add mod modAnim">
        <pc:chgData name="Mackay, Taylor" userId="75bcf993-1f45-479e-826e-57ea5156856d" providerId="ADAL" clId="{2CADFE6E-3967-4AC1-8DAA-0AEBDC6A3F72}" dt="2023-09-08T21:42:24.232" v="17462"/>
        <pc:sldMkLst>
          <pc:docMk/>
          <pc:sldMk cId="2006383909" sldId="357"/>
        </pc:sldMkLst>
      </pc:sldChg>
      <pc:sldChg chg="add del">
        <pc:chgData name="Mackay, Taylor" userId="75bcf993-1f45-479e-826e-57ea5156856d" providerId="ADAL" clId="{2CADFE6E-3967-4AC1-8DAA-0AEBDC6A3F72}" dt="2023-09-08T21:46:52.082" v="17464" actId="47"/>
        <pc:sldMkLst>
          <pc:docMk/>
          <pc:sldMk cId="3568474808" sldId="358"/>
        </pc:sldMkLst>
      </pc:sldChg>
      <pc:sldChg chg="addSp delSp modSp add mod ord modNotesTx">
        <pc:chgData name="Mackay, Taylor" userId="75bcf993-1f45-479e-826e-57ea5156856d" providerId="ADAL" clId="{2CADFE6E-3967-4AC1-8DAA-0AEBDC6A3F72}" dt="2023-09-09T17:51:40.621" v="24820" actId="20577"/>
        <pc:sldMkLst>
          <pc:docMk/>
          <pc:sldMk cId="3923418373" sldId="358"/>
        </pc:sldMkLst>
      </pc:sldChg>
      <pc:sldChg chg="addSp delSp modSp add del mod">
        <pc:chgData name="Mackay, Taylor" userId="75bcf993-1f45-479e-826e-57ea5156856d" providerId="ADAL" clId="{2CADFE6E-3967-4AC1-8DAA-0AEBDC6A3F72}" dt="2023-09-08T21:27:48.344" v="16334" actId="2696"/>
        <pc:sldMkLst>
          <pc:docMk/>
          <pc:sldMk cId="4027981486" sldId="358"/>
        </pc:sldMkLst>
      </pc:sldChg>
      <pc:sldChg chg="modSp new add del mod">
        <pc:chgData name="Mackay, Taylor" userId="75bcf993-1f45-479e-826e-57ea5156856d" providerId="ADAL" clId="{2CADFE6E-3967-4AC1-8DAA-0AEBDC6A3F72}" dt="2023-09-10T20:36:32.403" v="25779" actId="20577"/>
        <pc:sldMkLst>
          <pc:docMk/>
          <pc:sldMk cId="4252693051" sldId="359"/>
        </pc:sldMkLst>
      </pc:sldChg>
      <pc:sldChg chg="modSp new mod setBg">
        <pc:chgData name="Mackay, Taylor" userId="75bcf993-1f45-479e-826e-57ea5156856d" providerId="ADAL" clId="{2CADFE6E-3967-4AC1-8DAA-0AEBDC6A3F72}" dt="2023-09-11T03:30:21.897" v="27612" actId="20577"/>
        <pc:sldMkLst>
          <pc:docMk/>
          <pc:sldMk cId="1907585718" sldId="360"/>
        </pc:sldMkLst>
      </pc:sldChg>
      <pc:sldChg chg="modSp new del mod">
        <pc:chgData name="Mackay, Taylor" userId="75bcf993-1f45-479e-826e-57ea5156856d" providerId="ADAL" clId="{2CADFE6E-3967-4AC1-8DAA-0AEBDC6A3F72}" dt="2023-09-08T22:20:17.416" v="22013" actId="47"/>
        <pc:sldMkLst>
          <pc:docMk/>
          <pc:sldMk cId="2185096190" sldId="361"/>
        </pc:sldMkLst>
      </pc:sldChg>
      <pc:sldChg chg="modSp add mod ord">
        <pc:chgData name="Mackay, Taylor" userId="75bcf993-1f45-479e-826e-57ea5156856d" providerId="ADAL" clId="{2CADFE6E-3967-4AC1-8DAA-0AEBDC6A3F72}" dt="2023-09-08T22:20:03.819" v="22012"/>
        <pc:sldMkLst>
          <pc:docMk/>
          <pc:sldMk cId="1636339839" sldId="362"/>
        </pc:sldMkLst>
      </pc:sldChg>
      <pc:sldChg chg="modSp new mod ord">
        <pc:chgData name="Mackay, Taylor" userId="75bcf993-1f45-479e-826e-57ea5156856d" providerId="ADAL" clId="{2CADFE6E-3967-4AC1-8DAA-0AEBDC6A3F72}" dt="2023-09-16T00:19:03.116" v="27762" actId="20577"/>
        <pc:sldMkLst>
          <pc:docMk/>
          <pc:sldMk cId="1577371690" sldId="363"/>
        </pc:sldMkLst>
      </pc:sldChg>
      <pc:sldChg chg="modSp add mod">
        <pc:chgData name="Mackay, Taylor" userId="75bcf993-1f45-479e-826e-57ea5156856d" providerId="ADAL" clId="{2CADFE6E-3967-4AC1-8DAA-0AEBDC6A3F72}" dt="2023-09-09T17:05:38.562" v="23129" actId="114"/>
        <pc:sldMkLst>
          <pc:docMk/>
          <pc:sldMk cId="4110475986" sldId="364"/>
        </pc:sldMkLst>
      </pc:sldChg>
      <pc:sldChg chg="add del">
        <pc:chgData name="Mackay, Taylor" userId="75bcf993-1f45-479e-826e-57ea5156856d" providerId="ADAL" clId="{2CADFE6E-3967-4AC1-8DAA-0AEBDC6A3F72}" dt="2023-09-09T16:54:52.761" v="22715" actId="2696"/>
        <pc:sldMkLst>
          <pc:docMk/>
          <pc:sldMk cId="4245383329" sldId="364"/>
        </pc:sldMkLst>
      </pc:sldChg>
      <pc:sldChg chg="new del">
        <pc:chgData name="Mackay, Taylor" userId="75bcf993-1f45-479e-826e-57ea5156856d" providerId="ADAL" clId="{2CADFE6E-3967-4AC1-8DAA-0AEBDC6A3F72}" dt="2023-09-09T17:10:12.966" v="23227" actId="680"/>
        <pc:sldMkLst>
          <pc:docMk/>
          <pc:sldMk cId="2127259459" sldId="365"/>
        </pc:sldMkLst>
      </pc:sldChg>
      <pc:sldChg chg="addSp delSp modSp new mod modAnim">
        <pc:chgData name="Mackay, Taylor" userId="75bcf993-1f45-479e-826e-57ea5156856d" providerId="ADAL" clId="{2CADFE6E-3967-4AC1-8DAA-0AEBDC6A3F72}" dt="2023-09-11T03:36:16.313" v="27752" actId="20577"/>
        <pc:sldMkLst>
          <pc:docMk/>
          <pc:sldMk cId="2939332724" sldId="365"/>
        </pc:sldMkLst>
      </pc:sldChg>
      <pc:sldChg chg="addSp delSp modSp new mod modAnim">
        <pc:chgData name="Mackay, Taylor" userId="75bcf993-1f45-479e-826e-57ea5156856d" providerId="ADAL" clId="{2CADFE6E-3967-4AC1-8DAA-0AEBDC6A3F72}" dt="2023-09-10T20:38:36.163" v="25821" actId="20577"/>
        <pc:sldMkLst>
          <pc:docMk/>
          <pc:sldMk cId="3299973092" sldId="366"/>
        </pc:sldMkLst>
      </pc:sldChg>
      <pc:sldChg chg="new del">
        <pc:chgData name="Mackay, Taylor" userId="75bcf993-1f45-479e-826e-57ea5156856d" providerId="ADAL" clId="{2CADFE6E-3967-4AC1-8DAA-0AEBDC6A3F72}" dt="2023-09-09T17:10:12.428" v="23226" actId="680"/>
        <pc:sldMkLst>
          <pc:docMk/>
          <pc:sldMk cId="3570870405" sldId="366"/>
        </pc:sldMkLst>
      </pc:sldChg>
      <pc:sldChg chg="del">
        <pc:chgData name="Mackay, Taylor" userId="75bcf993-1f45-479e-826e-57ea5156856d" providerId="ADAL" clId="{2CADFE6E-3967-4AC1-8DAA-0AEBDC6A3F72}" dt="2023-09-16T00:19:15.376" v="27763" actId="47"/>
        <pc:sldMkLst>
          <pc:docMk/>
          <pc:sldMk cId="1396319546" sldId="367"/>
        </pc:sldMkLst>
      </pc:sldChg>
      <pc:sldChg chg="add del">
        <pc:chgData name="Mackay, Taylor" userId="75bcf993-1f45-479e-826e-57ea5156856d" providerId="ADAL" clId="{2CADFE6E-3967-4AC1-8DAA-0AEBDC6A3F72}" dt="2023-09-10T20:35:34.477" v="25717" actId="47"/>
        <pc:sldMkLst>
          <pc:docMk/>
          <pc:sldMk cId="1417564814" sldId="367"/>
        </pc:sldMkLst>
      </pc:sldChg>
      <pc:sldMasterChg chg="modSp mod modSldLayout">
        <pc:chgData name="Mackay, Taylor" userId="75bcf993-1f45-479e-826e-57ea5156856d" providerId="ADAL" clId="{2CADFE6E-3967-4AC1-8DAA-0AEBDC6A3F72}" dt="2023-09-09T16:50:48.975" v="22342" actId="242"/>
        <pc:sldMasterMkLst>
          <pc:docMk/>
          <pc:sldMasterMk cId="0" sldId="2147483659"/>
        </pc:sldMasterMkLst>
        <pc:sldLayoutChg chg="modSp mod">
          <pc:chgData name="Mackay, Taylor" userId="75bcf993-1f45-479e-826e-57ea5156856d" providerId="ADAL" clId="{2CADFE6E-3967-4AC1-8DAA-0AEBDC6A3F72}" dt="2023-09-09T16:50:48.975" v="22342" actId="242"/>
          <pc:sldLayoutMkLst>
            <pc:docMk/>
            <pc:sldMasterMk cId="0" sldId="2147483659"/>
            <pc:sldLayoutMk cId="0" sldId="2147483650"/>
          </pc:sldLayoutMkLst>
        </pc:sldLayoutChg>
      </pc:sldMasterChg>
    </pc:docChg>
  </pc:docChgLst>
  <pc:docChgLst>
    <pc:chgData name="Mackay, Taylor" userId="75bcf993-1f45-479e-826e-57ea5156856d" providerId="ADAL" clId="{58A6D8D1-607F-4F1B-A372-109FCE0FB522}"/>
    <pc:docChg chg="undo custSel addSld delSld modSld sldOrd">
      <pc:chgData name="Mackay, Taylor" userId="75bcf993-1f45-479e-826e-57ea5156856d" providerId="ADAL" clId="{58A6D8D1-607F-4F1B-A372-109FCE0FB522}" dt="2023-08-22T01:52:43.939" v="4668" actId="20577"/>
      <pc:docMkLst>
        <pc:docMk/>
      </pc:docMkLst>
      <pc:sldChg chg="modSp mod">
        <pc:chgData name="Mackay, Taylor" userId="75bcf993-1f45-479e-826e-57ea5156856d" providerId="ADAL" clId="{58A6D8D1-607F-4F1B-A372-109FCE0FB522}" dt="2023-08-22T01:45:50.346" v="3918" actId="20577"/>
        <pc:sldMkLst>
          <pc:docMk/>
          <pc:sldMk cId="572610980" sldId="256"/>
        </pc:sldMkLst>
      </pc:sldChg>
      <pc:sldChg chg="del">
        <pc:chgData name="Mackay, Taylor" userId="75bcf993-1f45-479e-826e-57ea5156856d" providerId="ADAL" clId="{58A6D8D1-607F-4F1B-A372-109FCE0FB522}" dt="2023-08-22T01:45:14.319" v="3910" actId="47"/>
        <pc:sldMkLst>
          <pc:docMk/>
          <pc:sldMk cId="2862530943" sldId="257"/>
        </pc:sldMkLst>
      </pc:sldChg>
      <pc:sldChg chg="modSp mod">
        <pc:chgData name="Mackay, Taylor" userId="75bcf993-1f45-479e-826e-57ea5156856d" providerId="ADAL" clId="{58A6D8D1-607F-4F1B-A372-109FCE0FB522}" dt="2023-08-22T01:49:33.716" v="4370" actId="20577"/>
        <pc:sldMkLst>
          <pc:docMk/>
          <pc:sldMk cId="2828601131" sldId="258"/>
        </pc:sldMkLst>
      </pc:sldChg>
      <pc:sldChg chg="modSp del mod">
        <pc:chgData name="Mackay, Taylor" userId="75bcf993-1f45-479e-826e-57ea5156856d" providerId="ADAL" clId="{58A6D8D1-607F-4F1B-A372-109FCE0FB522}" dt="2023-08-22T01:52:17.205" v="4606" actId="47"/>
        <pc:sldMkLst>
          <pc:docMk/>
          <pc:sldMk cId="73925484" sldId="259"/>
        </pc:sldMkLst>
      </pc:sldChg>
      <pc:sldChg chg="modSp del mod ord">
        <pc:chgData name="Mackay, Taylor" userId="75bcf993-1f45-479e-826e-57ea5156856d" providerId="ADAL" clId="{58A6D8D1-607F-4F1B-A372-109FCE0FB522}" dt="2023-08-22T01:49:09.413" v="4324" actId="47"/>
        <pc:sldMkLst>
          <pc:docMk/>
          <pc:sldMk cId="3307078694" sldId="260"/>
        </pc:sldMkLst>
      </pc:sldChg>
      <pc:sldChg chg="modSp del mod">
        <pc:chgData name="Mackay, Taylor" userId="75bcf993-1f45-479e-826e-57ea5156856d" providerId="ADAL" clId="{58A6D8D1-607F-4F1B-A372-109FCE0FB522}" dt="2023-08-22T01:45:12.553" v="3909" actId="47"/>
        <pc:sldMkLst>
          <pc:docMk/>
          <pc:sldMk cId="883241871" sldId="261"/>
        </pc:sldMkLst>
      </pc:sldChg>
      <pc:sldChg chg="addSp delSp modSp del mod">
        <pc:chgData name="Mackay, Taylor" userId="75bcf993-1f45-479e-826e-57ea5156856d" providerId="ADAL" clId="{58A6D8D1-607F-4F1B-A372-109FCE0FB522}" dt="2023-08-22T01:45:10.765" v="3908" actId="47"/>
        <pc:sldMkLst>
          <pc:docMk/>
          <pc:sldMk cId="1478651631" sldId="262"/>
        </pc:sldMkLst>
      </pc:sldChg>
      <pc:sldChg chg="modSp mod">
        <pc:chgData name="Mackay, Taylor" userId="75bcf993-1f45-479e-826e-57ea5156856d" providerId="ADAL" clId="{58A6D8D1-607F-4F1B-A372-109FCE0FB522}" dt="2023-08-22T01:46:33.132" v="3999" actId="20577"/>
        <pc:sldMkLst>
          <pc:docMk/>
          <pc:sldMk cId="2775498919" sldId="263"/>
        </pc:sldMkLst>
      </pc:sldChg>
      <pc:sldChg chg="modSp add mod">
        <pc:chgData name="Mackay, Taylor" userId="75bcf993-1f45-479e-826e-57ea5156856d" providerId="ADAL" clId="{58A6D8D1-607F-4F1B-A372-109FCE0FB522}" dt="2023-08-22T01:52:43.939" v="4668" actId="20577"/>
        <pc:sldMkLst>
          <pc:docMk/>
          <pc:sldMk cId="2875275712" sldId="264"/>
        </pc:sldMkLst>
      </pc:sldChg>
      <pc:sldChg chg="modSp new del mod">
        <pc:chgData name="Mackay, Taylor" userId="75bcf993-1f45-479e-826e-57ea5156856d" providerId="ADAL" clId="{58A6D8D1-607F-4F1B-A372-109FCE0FB522}" dt="2023-08-22T01:45:07.616" v="3906" actId="47"/>
        <pc:sldMkLst>
          <pc:docMk/>
          <pc:sldMk cId="4187943236" sldId="264"/>
        </pc:sldMkLst>
      </pc:sldChg>
      <pc:sldChg chg="modSp add del mod">
        <pc:chgData name="Mackay, Taylor" userId="75bcf993-1f45-479e-826e-57ea5156856d" providerId="ADAL" clId="{58A6D8D1-607F-4F1B-A372-109FCE0FB522}" dt="2023-08-22T01:45:08.584" v="3907" actId="47"/>
        <pc:sldMkLst>
          <pc:docMk/>
          <pc:sldMk cId="4237368227" sldId="265"/>
        </pc:sldMkLst>
      </pc:sldChg>
    </pc:docChg>
  </pc:docChgLst>
  <pc:docChgLst>
    <pc:chgData name="Mackay, Taylor" userId="75bcf993-1f45-479e-826e-57ea5156856d" providerId="ADAL" clId="{9F4F2810-A323-442A-BE82-D9C8662B2B5F}"/>
    <pc:docChg chg="undo custSel addSld delSld modSld sldOrd">
      <pc:chgData name="Mackay, Taylor" userId="75bcf993-1f45-479e-826e-57ea5156856d" providerId="ADAL" clId="{9F4F2810-A323-442A-BE82-D9C8662B2B5F}" dt="2023-02-07T02:56:49.822" v="20736" actId="20577"/>
      <pc:docMkLst>
        <pc:docMk/>
      </pc:docMkLst>
      <pc:sldChg chg="modSp add del mod">
        <pc:chgData name="Mackay, Taylor" userId="75bcf993-1f45-479e-826e-57ea5156856d" providerId="ADAL" clId="{9F4F2810-A323-442A-BE82-D9C8662B2B5F}" dt="2023-02-07T00:13:28.552" v="19569" actId="20577"/>
        <pc:sldMkLst>
          <pc:docMk/>
          <pc:sldMk cId="2862530943" sldId="257"/>
        </pc:sldMkLst>
      </pc:sldChg>
      <pc:sldChg chg="modSp del mod">
        <pc:chgData name="Mackay, Taylor" userId="75bcf993-1f45-479e-826e-57ea5156856d" providerId="ADAL" clId="{9F4F2810-A323-442A-BE82-D9C8662B2B5F}" dt="2023-02-02T19:01:43.209" v="380" actId="47"/>
        <pc:sldMkLst>
          <pc:docMk/>
          <pc:sldMk cId="1955045867" sldId="258"/>
        </pc:sldMkLst>
      </pc:sldChg>
      <pc:sldChg chg="del">
        <pc:chgData name="Mackay, Taylor" userId="75bcf993-1f45-479e-826e-57ea5156856d" providerId="ADAL" clId="{9F4F2810-A323-442A-BE82-D9C8662B2B5F}" dt="2023-02-02T19:01:31.139" v="378" actId="47"/>
        <pc:sldMkLst>
          <pc:docMk/>
          <pc:sldMk cId="1175365299" sldId="259"/>
        </pc:sldMkLst>
      </pc:sldChg>
      <pc:sldChg chg="del">
        <pc:chgData name="Mackay, Taylor" userId="75bcf993-1f45-479e-826e-57ea5156856d" providerId="ADAL" clId="{9F4F2810-A323-442A-BE82-D9C8662B2B5F}" dt="2023-02-02T19:01:31.139" v="378" actId="47"/>
        <pc:sldMkLst>
          <pc:docMk/>
          <pc:sldMk cId="67447893" sldId="260"/>
        </pc:sldMkLst>
      </pc:sldChg>
      <pc:sldChg chg="del">
        <pc:chgData name="Mackay, Taylor" userId="75bcf993-1f45-479e-826e-57ea5156856d" providerId="ADAL" clId="{9F4F2810-A323-442A-BE82-D9C8662B2B5F}" dt="2023-02-02T19:01:31.139" v="378" actId="47"/>
        <pc:sldMkLst>
          <pc:docMk/>
          <pc:sldMk cId="593951264" sldId="261"/>
        </pc:sldMkLst>
      </pc:sldChg>
      <pc:sldChg chg="del">
        <pc:chgData name="Mackay, Taylor" userId="75bcf993-1f45-479e-826e-57ea5156856d" providerId="ADAL" clId="{9F4F2810-A323-442A-BE82-D9C8662B2B5F}" dt="2023-02-02T19:01:31.139" v="378" actId="47"/>
        <pc:sldMkLst>
          <pc:docMk/>
          <pc:sldMk cId="1184542173" sldId="262"/>
        </pc:sldMkLst>
      </pc:sldChg>
      <pc:sldChg chg="modSp del mod">
        <pc:chgData name="Mackay, Taylor" userId="75bcf993-1f45-479e-826e-57ea5156856d" providerId="ADAL" clId="{9F4F2810-A323-442A-BE82-D9C8662B2B5F}" dt="2023-02-06T05:05:21.420" v="11768" actId="47"/>
        <pc:sldMkLst>
          <pc:docMk/>
          <pc:sldMk cId="2153963514" sldId="263"/>
        </pc:sldMkLst>
      </pc:sldChg>
      <pc:sldChg chg="modSp new del mod ord">
        <pc:chgData name="Mackay, Taylor" userId="75bcf993-1f45-479e-826e-57ea5156856d" providerId="ADAL" clId="{9F4F2810-A323-442A-BE82-D9C8662B2B5F}" dt="2023-02-05T20:08:31.568" v="6123" actId="47"/>
        <pc:sldMkLst>
          <pc:docMk/>
          <pc:sldMk cId="2875913487" sldId="264"/>
        </pc:sldMkLst>
      </pc:sldChg>
      <pc:sldChg chg="new del ord">
        <pc:chgData name="Mackay, Taylor" userId="75bcf993-1f45-479e-826e-57ea5156856d" providerId="ADAL" clId="{9F4F2810-A323-442A-BE82-D9C8662B2B5F}" dt="2023-02-03T18:09:07.637" v="3175" actId="47"/>
        <pc:sldMkLst>
          <pc:docMk/>
          <pc:sldMk cId="466783246" sldId="265"/>
        </pc:sldMkLst>
      </pc:sldChg>
      <pc:sldChg chg="del">
        <pc:chgData name="Mackay, Taylor" userId="75bcf993-1f45-479e-826e-57ea5156856d" providerId="ADAL" clId="{9F4F2810-A323-442A-BE82-D9C8662B2B5F}" dt="2023-02-02T19:01:31.139" v="378" actId="47"/>
        <pc:sldMkLst>
          <pc:docMk/>
          <pc:sldMk cId="1903286269" sldId="265"/>
        </pc:sldMkLst>
      </pc:sldChg>
      <pc:sldChg chg="del">
        <pc:chgData name="Mackay, Taylor" userId="75bcf993-1f45-479e-826e-57ea5156856d" providerId="ADAL" clId="{9F4F2810-A323-442A-BE82-D9C8662B2B5F}" dt="2023-02-02T19:01:31.139" v="378" actId="47"/>
        <pc:sldMkLst>
          <pc:docMk/>
          <pc:sldMk cId="943362383" sldId="266"/>
        </pc:sldMkLst>
      </pc:sldChg>
      <pc:sldChg chg="modSp new del mod ord">
        <pc:chgData name="Mackay, Taylor" userId="75bcf993-1f45-479e-826e-57ea5156856d" providerId="ADAL" clId="{9F4F2810-A323-442A-BE82-D9C8662B2B5F}" dt="2023-02-06T23:55:32.014" v="19432" actId="47"/>
        <pc:sldMkLst>
          <pc:docMk/>
          <pc:sldMk cId="3635539556" sldId="266"/>
        </pc:sldMkLst>
      </pc:sldChg>
      <pc:sldChg chg="del">
        <pc:chgData name="Mackay, Taylor" userId="75bcf993-1f45-479e-826e-57ea5156856d" providerId="ADAL" clId="{9F4F2810-A323-442A-BE82-D9C8662B2B5F}" dt="2023-02-02T19:01:31.139" v="378" actId="47"/>
        <pc:sldMkLst>
          <pc:docMk/>
          <pc:sldMk cId="1739991646" sldId="267"/>
        </pc:sldMkLst>
      </pc:sldChg>
      <pc:sldChg chg="modSp new mod ord">
        <pc:chgData name="Mackay, Taylor" userId="75bcf993-1f45-479e-826e-57ea5156856d" providerId="ADAL" clId="{9F4F2810-A323-442A-BE82-D9C8662B2B5F}" dt="2023-02-07T01:04:35.728" v="20362" actId="114"/>
        <pc:sldMkLst>
          <pc:docMk/>
          <pc:sldMk cId="2589465733" sldId="267"/>
        </pc:sldMkLst>
      </pc:sldChg>
      <pc:sldChg chg="del">
        <pc:chgData name="Mackay, Taylor" userId="75bcf993-1f45-479e-826e-57ea5156856d" providerId="ADAL" clId="{9F4F2810-A323-442A-BE82-D9C8662B2B5F}" dt="2023-02-02T19:01:31.139" v="378" actId="47"/>
        <pc:sldMkLst>
          <pc:docMk/>
          <pc:sldMk cId="1980144433" sldId="268"/>
        </pc:sldMkLst>
      </pc:sldChg>
      <pc:sldChg chg="modSp new del mod ord">
        <pc:chgData name="Mackay, Taylor" userId="75bcf993-1f45-479e-826e-57ea5156856d" providerId="ADAL" clId="{9F4F2810-A323-442A-BE82-D9C8662B2B5F}" dt="2023-02-07T00:15:08.153" v="19570" actId="2696"/>
        <pc:sldMkLst>
          <pc:docMk/>
          <pc:sldMk cId="2613316344" sldId="268"/>
        </pc:sldMkLst>
      </pc:sldChg>
      <pc:sldChg chg="new del">
        <pc:chgData name="Mackay, Taylor" userId="75bcf993-1f45-479e-826e-57ea5156856d" providerId="ADAL" clId="{9F4F2810-A323-442A-BE82-D9C8662B2B5F}" dt="2023-02-03T18:09:01.777" v="3174" actId="47"/>
        <pc:sldMkLst>
          <pc:docMk/>
          <pc:sldMk cId="3101008839" sldId="268"/>
        </pc:sldMkLst>
      </pc:sldChg>
      <pc:sldChg chg="modSp new del mod">
        <pc:chgData name="Mackay, Taylor" userId="75bcf993-1f45-479e-826e-57ea5156856d" providerId="ADAL" clId="{9F4F2810-A323-442A-BE82-D9C8662B2B5F}" dt="2023-02-03T17:35:36.489" v="1790" actId="47"/>
        <pc:sldMkLst>
          <pc:docMk/>
          <pc:sldMk cId="3523223033" sldId="268"/>
        </pc:sldMkLst>
      </pc:sldChg>
      <pc:sldChg chg="del">
        <pc:chgData name="Mackay, Taylor" userId="75bcf993-1f45-479e-826e-57ea5156856d" providerId="ADAL" clId="{9F4F2810-A323-442A-BE82-D9C8662B2B5F}" dt="2023-02-02T19:01:31.139" v="378" actId="47"/>
        <pc:sldMkLst>
          <pc:docMk/>
          <pc:sldMk cId="1488071247" sldId="269"/>
        </pc:sldMkLst>
      </pc:sldChg>
      <pc:sldChg chg="addSp modSp new add del mod ord modClrScheme chgLayout">
        <pc:chgData name="Mackay, Taylor" userId="75bcf993-1f45-479e-826e-57ea5156856d" providerId="ADAL" clId="{9F4F2810-A323-442A-BE82-D9C8662B2B5F}" dt="2023-02-07T00:15:08.153" v="19570" actId="2696"/>
        <pc:sldMkLst>
          <pc:docMk/>
          <pc:sldMk cId="3119369164" sldId="269"/>
        </pc:sldMkLst>
      </pc:sldChg>
      <pc:sldChg chg="del">
        <pc:chgData name="Mackay, Taylor" userId="75bcf993-1f45-479e-826e-57ea5156856d" providerId="ADAL" clId="{9F4F2810-A323-442A-BE82-D9C8662B2B5F}" dt="2023-02-02T19:01:31.139" v="378" actId="47"/>
        <pc:sldMkLst>
          <pc:docMk/>
          <pc:sldMk cId="585807014" sldId="270"/>
        </pc:sldMkLst>
      </pc:sldChg>
      <pc:sldChg chg="modSp new del mod">
        <pc:chgData name="Mackay, Taylor" userId="75bcf993-1f45-479e-826e-57ea5156856d" providerId="ADAL" clId="{9F4F2810-A323-442A-BE82-D9C8662B2B5F}" dt="2023-02-06T18:41:05.904" v="14840" actId="2696"/>
        <pc:sldMkLst>
          <pc:docMk/>
          <pc:sldMk cId="3060904981" sldId="270"/>
        </pc:sldMkLst>
      </pc:sldChg>
      <pc:sldChg chg="new del">
        <pc:chgData name="Mackay, Taylor" userId="75bcf993-1f45-479e-826e-57ea5156856d" providerId="ADAL" clId="{9F4F2810-A323-442A-BE82-D9C8662B2B5F}" dt="2023-02-05T20:05:28.046" v="5864" actId="47"/>
        <pc:sldMkLst>
          <pc:docMk/>
          <pc:sldMk cId="3325097592" sldId="270"/>
        </pc:sldMkLst>
      </pc:sldChg>
      <pc:sldChg chg="modSp new mod ord">
        <pc:chgData name="Mackay, Taylor" userId="75bcf993-1f45-479e-826e-57ea5156856d" providerId="ADAL" clId="{9F4F2810-A323-442A-BE82-D9C8662B2B5F}" dt="2023-02-07T02:56:49.822" v="20736" actId="20577"/>
        <pc:sldMkLst>
          <pc:docMk/>
          <pc:sldMk cId="332939761" sldId="271"/>
        </pc:sldMkLst>
      </pc:sldChg>
      <pc:sldChg chg="new del">
        <pc:chgData name="Mackay, Taylor" userId="75bcf993-1f45-479e-826e-57ea5156856d" providerId="ADAL" clId="{9F4F2810-A323-442A-BE82-D9C8662B2B5F}" dt="2023-02-06T01:20:15.030" v="6130" actId="680"/>
        <pc:sldMkLst>
          <pc:docMk/>
          <pc:sldMk cId="731444832" sldId="271"/>
        </pc:sldMkLst>
      </pc:sldChg>
      <pc:sldChg chg="del">
        <pc:chgData name="Mackay, Taylor" userId="75bcf993-1f45-479e-826e-57ea5156856d" providerId="ADAL" clId="{9F4F2810-A323-442A-BE82-D9C8662B2B5F}" dt="2023-02-02T19:01:31.139" v="378" actId="47"/>
        <pc:sldMkLst>
          <pc:docMk/>
          <pc:sldMk cId="1373268752" sldId="271"/>
        </pc:sldMkLst>
      </pc:sldChg>
      <pc:sldChg chg="addSp delSp modSp new mod">
        <pc:chgData name="Mackay, Taylor" userId="75bcf993-1f45-479e-826e-57ea5156856d" providerId="ADAL" clId="{9F4F2810-A323-442A-BE82-D9C8662B2B5F}" dt="2023-02-06T02:11:35.831" v="8375" actId="478"/>
        <pc:sldMkLst>
          <pc:docMk/>
          <pc:sldMk cId="2421935447" sldId="272"/>
        </pc:sldMkLst>
      </pc:sldChg>
      <pc:sldChg chg="del">
        <pc:chgData name="Mackay, Taylor" userId="75bcf993-1f45-479e-826e-57ea5156856d" providerId="ADAL" clId="{9F4F2810-A323-442A-BE82-D9C8662B2B5F}" dt="2023-02-02T19:01:31.139" v="378" actId="47"/>
        <pc:sldMkLst>
          <pc:docMk/>
          <pc:sldMk cId="2503300442" sldId="272"/>
        </pc:sldMkLst>
      </pc:sldChg>
      <pc:sldChg chg="addSp delSp modSp new mod modClrScheme chgLayout">
        <pc:chgData name="Mackay, Taylor" userId="75bcf993-1f45-479e-826e-57ea5156856d" providerId="ADAL" clId="{9F4F2810-A323-442A-BE82-D9C8662B2B5F}" dt="2023-02-06T02:12:03.233" v="8418" actId="20577"/>
        <pc:sldMkLst>
          <pc:docMk/>
          <pc:sldMk cId="626969732" sldId="273"/>
        </pc:sldMkLst>
      </pc:sldChg>
      <pc:sldChg chg="modSp new mod ord">
        <pc:chgData name="Mackay, Taylor" userId="75bcf993-1f45-479e-826e-57ea5156856d" providerId="ADAL" clId="{9F4F2810-A323-442A-BE82-D9C8662B2B5F}" dt="2023-02-06T18:41:00.532" v="14839" actId="20577"/>
        <pc:sldMkLst>
          <pc:docMk/>
          <pc:sldMk cId="3545856697" sldId="274"/>
        </pc:sldMkLst>
      </pc:sldChg>
      <pc:sldChg chg="modSp add del mod ord">
        <pc:chgData name="Mackay, Taylor" userId="75bcf993-1f45-479e-826e-57ea5156856d" providerId="ADAL" clId="{9F4F2810-A323-442A-BE82-D9C8662B2B5F}" dt="2023-02-06T23:55:32.815" v="19433" actId="47"/>
        <pc:sldMkLst>
          <pc:docMk/>
          <pc:sldMk cId="2596096140" sldId="275"/>
        </pc:sldMkLst>
      </pc:sldChg>
      <pc:sldChg chg="addSp delSp modSp new mod ord">
        <pc:chgData name="Mackay, Taylor" userId="75bcf993-1f45-479e-826e-57ea5156856d" providerId="ADAL" clId="{9F4F2810-A323-442A-BE82-D9C8662B2B5F}" dt="2023-02-07T01:04:48.457" v="20366" actId="114"/>
        <pc:sldMkLst>
          <pc:docMk/>
          <pc:sldMk cId="1402103338" sldId="276"/>
        </pc:sldMkLst>
      </pc:sldChg>
      <pc:sldChg chg="addSp delSp modSp new del mod modClrScheme chgLayout">
        <pc:chgData name="Mackay, Taylor" userId="75bcf993-1f45-479e-826e-57ea5156856d" providerId="ADAL" clId="{9F4F2810-A323-442A-BE82-D9C8662B2B5F}" dt="2023-02-06T05:27:56.098" v="12596" actId="47"/>
        <pc:sldMkLst>
          <pc:docMk/>
          <pc:sldMk cId="77216752" sldId="277"/>
        </pc:sldMkLst>
      </pc:sldChg>
      <pc:sldChg chg="addSp delSp modSp add del mod modClrScheme chgLayout">
        <pc:chgData name="Mackay, Taylor" userId="75bcf993-1f45-479e-826e-57ea5156856d" providerId="ADAL" clId="{9F4F2810-A323-442A-BE82-D9C8662B2B5F}" dt="2023-02-07T00:58:52.477" v="20163" actId="47"/>
        <pc:sldMkLst>
          <pc:docMk/>
          <pc:sldMk cId="603819723" sldId="278"/>
        </pc:sldMkLst>
      </pc:sldChg>
      <pc:sldChg chg="addSp delSp modSp new mod modClrScheme chgLayout">
        <pc:chgData name="Mackay, Taylor" userId="75bcf993-1f45-479e-826e-57ea5156856d" providerId="ADAL" clId="{9F4F2810-A323-442A-BE82-D9C8662B2B5F}" dt="2023-02-07T01:24:04.299" v="20636" actId="20577"/>
        <pc:sldMkLst>
          <pc:docMk/>
          <pc:sldMk cId="1613684015" sldId="279"/>
        </pc:sldMkLst>
      </pc:sldChg>
      <pc:sldChg chg="addSp delSp modSp add mod">
        <pc:chgData name="Mackay, Taylor" userId="75bcf993-1f45-479e-826e-57ea5156856d" providerId="ADAL" clId="{9F4F2810-A323-442A-BE82-D9C8662B2B5F}" dt="2023-02-06T18:08:05.521" v="13378" actId="27636"/>
        <pc:sldMkLst>
          <pc:docMk/>
          <pc:sldMk cId="3722081375" sldId="280"/>
        </pc:sldMkLst>
      </pc:sldChg>
      <pc:sldChg chg="modSp new mod">
        <pc:chgData name="Mackay, Taylor" userId="75bcf993-1f45-479e-826e-57ea5156856d" providerId="ADAL" clId="{9F4F2810-A323-442A-BE82-D9C8662B2B5F}" dt="2023-02-07T01:03:14.645" v="20308" actId="20577"/>
        <pc:sldMkLst>
          <pc:docMk/>
          <pc:sldMk cId="1209214396" sldId="281"/>
        </pc:sldMkLst>
      </pc:sldChg>
      <pc:sldChg chg="addSp delSp modSp new mod">
        <pc:chgData name="Mackay, Taylor" userId="75bcf993-1f45-479e-826e-57ea5156856d" providerId="ADAL" clId="{9F4F2810-A323-442A-BE82-D9C8662B2B5F}" dt="2023-02-06T18:33:52.432" v="13713" actId="1076"/>
        <pc:sldMkLst>
          <pc:docMk/>
          <pc:sldMk cId="1398084350" sldId="282"/>
        </pc:sldMkLst>
      </pc:sldChg>
      <pc:sldChg chg="modSp new mod">
        <pc:chgData name="Mackay, Taylor" userId="75bcf993-1f45-479e-826e-57ea5156856d" providerId="ADAL" clId="{9F4F2810-A323-442A-BE82-D9C8662B2B5F}" dt="2023-02-07T01:30:02.452" v="20640" actId="1076"/>
        <pc:sldMkLst>
          <pc:docMk/>
          <pc:sldMk cId="3501093796" sldId="283"/>
        </pc:sldMkLst>
      </pc:sldChg>
      <pc:sldChg chg="modSp new mod">
        <pc:chgData name="Mackay, Taylor" userId="75bcf993-1f45-479e-826e-57ea5156856d" providerId="ADAL" clId="{9F4F2810-A323-442A-BE82-D9C8662B2B5F}" dt="2023-02-06T20:12:44.087" v="17000" actId="20577"/>
        <pc:sldMkLst>
          <pc:docMk/>
          <pc:sldMk cId="187237005" sldId="284"/>
        </pc:sldMkLst>
      </pc:sldChg>
      <pc:sldChg chg="modSp new mod">
        <pc:chgData name="Mackay, Taylor" userId="75bcf993-1f45-479e-826e-57ea5156856d" providerId="ADAL" clId="{9F4F2810-A323-442A-BE82-D9C8662B2B5F}" dt="2023-02-06T23:41:04.936" v="17806" actId="20577"/>
        <pc:sldMkLst>
          <pc:docMk/>
          <pc:sldMk cId="3172083768" sldId="285"/>
        </pc:sldMkLst>
      </pc:sldChg>
      <pc:sldChg chg="modSp new mod ord">
        <pc:chgData name="Mackay, Taylor" userId="75bcf993-1f45-479e-826e-57ea5156856d" providerId="ADAL" clId="{9F4F2810-A323-442A-BE82-D9C8662B2B5F}" dt="2023-02-06T23:49:35.820" v="19431" actId="20577"/>
        <pc:sldMkLst>
          <pc:docMk/>
          <pc:sldMk cId="4130825595" sldId="286"/>
        </pc:sldMkLst>
      </pc:sldChg>
      <pc:sldChg chg="addSp delSp modSp new mod chgLayout">
        <pc:chgData name="Mackay, Taylor" userId="75bcf993-1f45-479e-826e-57ea5156856d" providerId="ADAL" clId="{9F4F2810-A323-442A-BE82-D9C8662B2B5F}" dt="2023-02-07T01:10:46.374" v="20594" actId="20577"/>
        <pc:sldMkLst>
          <pc:docMk/>
          <pc:sldMk cId="660501267" sldId="287"/>
        </pc:sldMkLst>
      </pc:sldChg>
      <pc:sldMasterChg chg="addSldLayout delSldLayout">
        <pc:chgData name="Mackay, Taylor" userId="75bcf993-1f45-479e-826e-57ea5156856d" providerId="ADAL" clId="{9F4F2810-A323-442A-BE82-D9C8662B2B5F}" dt="2023-02-05T20:06:10.639" v="5866" actId="47"/>
        <pc:sldMasterMkLst>
          <pc:docMk/>
          <pc:sldMasterMk cId="0" sldId="2147483659"/>
        </pc:sldMasterMkLst>
        <pc:sldLayoutChg chg="add del">
          <pc:chgData name="Mackay, Taylor" userId="75bcf993-1f45-479e-826e-57ea5156856d" providerId="ADAL" clId="{9F4F2810-A323-442A-BE82-D9C8662B2B5F}" dt="2023-02-05T20:06:10.639" v="5866" actId="47"/>
          <pc:sldLayoutMkLst>
            <pc:docMk/>
            <pc:sldMasterMk cId="0" sldId="2147483659"/>
            <pc:sldLayoutMk cId="0" sldId="2147483651"/>
          </pc:sldLayoutMkLst>
        </pc:sldLayoutChg>
      </pc:sldMasterChg>
    </pc:docChg>
  </pc:docChgLst>
  <pc:docChgLst>
    <pc:chgData name="Taylor Mackay" userId="1889bc6a27d639ea" providerId="LiveId" clId="{F6EDA76A-13CE-416F-8C0D-81AF5DE615AA}"/>
    <pc:docChg chg="undo custSel addSld delSld modSld sldOrd">
      <pc:chgData name="Taylor Mackay" userId="1889bc6a27d639ea" providerId="LiveId" clId="{F6EDA76A-13CE-416F-8C0D-81AF5DE615AA}" dt="2023-03-07T03:00:56.477" v="10275" actId="47"/>
      <pc:docMkLst>
        <pc:docMk/>
      </pc:docMkLst>
      <pc:sldChg chg="modSp mod">
        <pc:chgData name="Taylor Mackay" userId="1889bc6a27d639ea" providerId="LiveId" clId="{F6EDA76A-13CE-416F-8C0D-81AF5DE615AA}" dt="2023-03-06T00:11:04.245" v="6771" actId="20577"/>
        <pc:sldMkLst>
          <pc:docMk/>
          <pc:sldMk cId="572610980" sldId="256"/>
        </pc:sldMkLst>
      </pc:sldChg>
      <pc:sldChg chg="modSp mod">
        <pc:chgData name="Taylor Mackay" userId="1889bc6a27d639ea" providerId="LiveId" clId="{F6EDA76A-13CE-416F-8C0D-81AF5DE615AA}" dt="2023-03-06T00:11:37.542" v="6872" actId="20577"/>
        <pc:sldMkLst>
          <pc:docMk/>
          <pc:sldMk cId="2862530943" sldId="257"/>
        </pc:sldMkLst>
      </pc:sldChg>
      <pc:sldChg chg="modSp mod ord">
        <pc:chgData name="Taylor Mackay" userId="1889bc6a27d639ea" providerId="LiveId" clId="{F6EDA76A-13CE-416F-8C0D-81AF5DE615AA}" dt="2023-03-06T00:12:53.629" v="6888"/>
        <pc:sldMkLst>
          <pc:docMk/>
          <pc:sldMk cId="687299912" sldId="305"/>
        </pc:sldMkLst>
      </pc:sldChg>
      <pc:sldChg chg="del">
        <pc:chgData name="Taylor Mackay" userId="1889bc6a27d639ea" providerId="LiveId" clId="{F6EDA76A-13CE-416F-8C0D-81AF5DE615AA}" dt="2023-03-04T20:29:45.767" v="1773" actId="47"/>
        <pc:sldMkLst>
          <pc:docMk/>
          <pc:sldMk cId="3548695574" sldId="308"/>
        </pc:sldMkLst>
      </pc:sldChg>
      <pc:sldChg chg="modSp del mod">
        <pc:chgData name="Taylor Mackay" userId="1889bc6a27d639ea" providerId="LiveId" clId="{F6EDA76A-13CE-416F-8C0D-81AF5DE615AA}" dt="2023-03-07T03:00:55.618" v="10274" actId="47"/>
        <pc:sldMkLst>
          <pc:docMk/>
          <pc:sldMk cId="1598968015" sldId="328"/>
        </pc:sldMkLst>
      </pc:sldChg>
      <pc:sldChg chg="addSp delSp modSp new mod modClrScheme chgLayout">
        <pc:chgData name="Taylor Mackay" userId="1889bc6a27d639ea" providerId="LiveId" clId="{F6EDA76A-13CE-416F-8C0D-81AF5DE615AA}" dt="2023-03-06T17:01:55.445" v="10264" actId="1035"/>
        <pc:sldMkLst>
          <pc:docMk/>
          <pc:sldMk cId="2716654354" sldId="329"/>
        </pc:sldMkLst>
      </pc:sldChg>
      <pc:sldChg chg="modSp new mod ord">
        <pc:chgData name="Taylor Mackay" userId="1889bc6a27d639ea" providerId="LiveId" clId="{F6EDA76A-13CE-416F-8C0D-81AF5DE615AA}" dt="2023-03-04T20:36:30.330" v="2684" actId="20577"/>
        <pc:sldMkLst>
          <pc:docMk/>
          <pc:sldMk cId="1653296191" sldId="330"/>
        </pc:sldMkLst>
      </pc:sldChg>
      <pc:sldChg chg="addSp delSp modSp new mod modClrScheme chgLayout">
        <pc:chgData name="Taylor Mackay" userId="1889bc6a27d639ea" providerId="LiveId" clId="{F6EDA76A-13CE-416F-8C0D-81AF5DE615AA}" dt="2023-03-04T20:21:00.002" v="694" actId="1076"/>
        <pc:sldMkLst>
          <pc:docMk/>
          <pc:sldMk cId="3982419706" sldId="331"/>
        </pc:sldMkLst>
      </pc:sldChg>
      <pc:sldChg chg="addSp delSp modSp add mod">
        <pc:chgData name="Taylor Mackay" userId="1889bc6a27d639ea" providerId="LiveId" clId="{F6EDA76A-13CE-416F-8C0D-81AF5DE615AA}" dt="2023-03-06T16:59:22.893" v="10262" actId="20577"/>
        <pc:sldMkLst>
          <pc:docMk/>
          <pc:sldMk cId="3705169249" sldId="332"/>
        </pc:sldMkLst>
      </pc:sldChg>
      <pc:sldChg chg="modSp new mod ord">
        <pc:chgData name="Taylor Mackay" userId="1889bc6a27d639ea" providerId="LiveId" clId="{F6EDA76A-13CE-416F-8C0D-81AF5DE615AA}" dt="2023-03-06T00:12:45.121" v="6886"/>
        <pc:sldMkLst>
          <pc:docMk/>
          <pc:sldMk cId="658885500" sldId="333"/>
        </pc:sldMkLst>
      </pc:sldChg>
      <pc:sldChg chg="addSp delSp modSp new mod ord chgLayout">
        <pc:chgData name="Taylor Mackay" userId="1889bc6a27d639ea" providerId="LiveId" clId="{F6EDA76A-13CE-416F-8C0D-81AF5DE615AA}" dt="2023-03-04T20:54:01.307" v="3600" actId="1076"/>
        <pc:sldMkLst>
          <pc:docMk/>
          <pc:sldMk cId="4000849750" sldId="334"/>
        </pc:sldMkLst>
      </pc:sldChg>
      <pc:sldChg chg="addSp modSp new mod modClrScheme chgLayout">
        <pc:chgData name="Taylor Mackay" userId="1889bc6a27d639ea" providerId="LiveId" clId="{F6EDA76A-13CE-416F-8C0D-81AF5DE615AA}" dt="2023-03-04T20:57:26.597" v="3964" actId="20577"/>
        <pc:sldMkLst>
          <pc:docMk/>
          <pc:sldMk cId="446081437" sldId="335"/>
        </pc:sldMkLst>
      </pc:sldChg>
      <pc:sldChg chg="addSp delSp modSp new mod">
        <pc:chgData name="Taylor Mackay" userId="1889bc6a27d639ea" providerId="LiveId" clId="{F6EDA76A-13CE-416F-8C0D-81AF5DE615AA}" dt="2023-03-06T00:24:38.165" v="7475" actId="478"/>
        <pc:sldMkLst>
          <pc:docMk/>
          <pc:sldMk cId="1729333973" sldId="336"/>
        </pc:sldMkLst>
      </pc:sldChg>
      <pc:sldChg chg="addSp modSp new mod">
        <pc:chgData name="Taylor Mackay" userId="1889bc6a27d639ea" providerId="LiveId" clId="{F6EDA76A-13CE-416F-8C0D-81AF5DE615AA}" dt="2023-03-04T21:11:28.489" v="5136" actId="114"/>
        <pc:sldMkLst>
          <pc:docMk/>
          <pc:sldMk cId="520596793" sldId="337"/>
        </pc:sldMkLst>
      </pc:sldChg>
      <pc:sldChg chg="modSp new mod">
        <pc:chgData name="Taylor Mackay" userId="1889bc6a27d639ea" providerId="LiveId" clId="{F6EDA76A-13CE-416F-8C0D-81AF5DE615AA}" dt="2023-03-04T21:14:52.016" v="5910" actId="20577"/>
        <pc:sldMkLst>
          <pc:docMk/>
          <pc:sldMk cId="2442378185" sldId="338"/>
        </pc:sldMkLst>
      </pc:sldChg>
      <pc:sldChg chg="modSp new del mod">
        <pc:chgData name="Taylor Mackay" userId="1889bc6a27d639ea" providerId="LiveId" clId="{F6EDA76A-13CE-416F-8C0D-81AF5DE615AA}" dt="2023-03-06T16:53:52.781" v="9792" actId="47"/>
        <pc:sldMkLst>
          <pc:docMk/>
          <pc:sldMk cId="2115100723" sldId="339"/>
        </pc:sldMkLst>
      </pc:sldChg>
      <pc:sldChg chg="addSp delSp modSp add mod ord">
        <pc:chgData name="Taylor Mackay" userId="1889bc6a27d639ea" providerId="LiveId" clId="{F6EDA76A-13CE-416F-8C0D-81AF5DE615AA}" dt="2023-03-06T00:12:30.277" v="6884"/>
        <pc:sldMkLst>
          <pc:docMk/>
          <pc:sldMk cId="4206655682" sldId="340"/>
        </pc:sldMkLst>
      </pc:sldChg>
      <pc:sldChg chg="addSp delSp modSp new mod modClrScheme chgLayout">
        <pc:chgData name="Taylor Mackay" userId="1889bc6a27d639ea" providerId="LiveId" clId="{F6EDA76A-13CE-416F-8C0D-81AF5DE615AA}" dt="2023-03-06T17:21:54.474" v="10273" actId="20577"/>
        <pc:sldMkLst>
          <pc:docMk/>
          <pc:sldMk cId="3998142046" sldId="341"/>
        </pc:sldMkLst>
      </pc:sldChg>
      <pc:sldChg chg="modSp new mod">
        <pc:chgData name="Taylor Mackay" userId="1889bc6a27d639ea" providerId="LiveId" clId="{F6EDA76A-13CE-416F-8C0D-81AF5DE615AA}" dt="2023-03-06T16:55:22.885" v="9859" actId="20577"/>
        <pc:sldMkLst>
          <pc:docMk/>
          <pc:sldMk cId="234083875" sldId="342"/>
        </pc:sldMkLst>
      </pc:sldChg>
      <pc:sldChg chg="add del">
        <pc:chgData name="Taylor Mackay" userId="1889bc6a27d639ea" providerId="LiveId" clId="{F6EDA76A-13CE-416F-8C0D-81AF5DE615AA}" dt="2023-03-06T16:49:35.561" v="9790" actId="2696"/>
        <pc:sldMkLst>
          <pc:docMk/>
          <pc:sldMk cId="474861436" sldId="343"/>
        </pc:sldMkLst>
      </pc:sldChg>
      <pc:sldChg chg="addSp delSp modSp new mod">
        <pc:chgData name="Taylor Mackay" userId="1889bc6a27d639ea" providerId="LiveId" clId="{F6EDA76A-13CE-416F-8C0D-81AF5DE615AA}" dt="2023-03-06T16:54:51.455" v="9802" actId="1076"/>
        <pc:sldMkLst>
          <pc:docMk/>
          <pc:sldMk cId="882271471" sldId="343"/>
        </pc:sldMkLst>
      </pc:sldChg>
      <pc:sldChg chg="del">
        <pc:chgData name="Taylor Mackay" userId="1889bc6a27d639ea" providerId="LiveId" clId="{F6EDA76A-13CE-416F-8C0D-81AF5DE615AA}" dt="2023-03-07T03:00:56.477" v="10275" actId="47"/>
        <pc:sldMkLst>
          <pc:docMk/>
          <pc:sldMk cId="1771537021" sldId="344"/>
        </pc:sldMkLst>
      </pc:sldChg>
    </pc:docChg>
  </pc:docChgLst>
  <pc:docChgLst>
    <pc:chgData name="Mackay, Taylor" userId="75bcf993-1f45-479e-826e-57ea5156856d" providerId="ADAL" clId="{07736164-6952-4A38-8C27-DCFDE361004E}"/>
    <pc:docChg chg="undo custSel addSld delSld modSld sldOrd">
      <pc:chgData name="Mackay, Taylor" userId="75bcf993-1f45-479e-826e-57ea5156856d" providerId="ADAL" clId="{07736164-6952-4A38-8C27-DCFDE361004E}" dt="2023-03-07T02:41:39.571" v="861" actId="20577"/>
      <pc:docMkLst>
        <pc:docMk/>
      </pc:docMkLst>
      <pc:sldChg chg="modSp mod">
        <pc:chgData name="Mackay, Taylor" userId="75bcf993-1f45-479e-826e-57ea5156856d" providerId="ADAL" clId="{07736164-6952-4A38-8C27-DCFDE361004E}" dt="2023-03-03T19:17:44.676" v="14" actId="20577"/>
        <pc:sldMkLst>
          <pc:docMk/>
          <pc:sldMk cId="572610980" sldId="256"/>
        </pc:sldMkLst>
      </pc:sldChg>
      <pc:sldChg chg="modSp mod">
        <pc:chgData name="Mackay, Taylor" userId="75bcf993-1f45-479e-826e-57ea5156856d" providerId="ADAL" clId="{07736164-6952-4A38-8C27-DCFDE361004E}" dt="2023-03-07T01:19:39.142" v="782" actId="20577"/>
        <pc:sldMkLst>
          <pc:docMk/>
          <pc:sldMk cId="2862530943" sldId="257"/>
        </pc:sldMkLst>
      </pc:sldChg>
      <pc:sldChg chg="del">
        <pc:chgData name="Mackay, Taylor" userId="75bcf993-1f45-479e-826e-57ea5156856d" providerId="ADAL" clId="{07736164-6952-4A38-8C27-DCFDE361004E}" dt="2023-03-03T19:25:41.496" v="571" actId="47"/>
        <pc:sldMkLst>
          <pc:docMk/>
          <pc:sldMk cId="1425880858" sldId="301"/>
        </pc:sldMkLst>
      </pc:sldChg>
      <pc:sldChg chg="del">
        <pc:chgData name="Mackay, Taylor" userId="75bcf993-1f45-479e-826e-57ea5156856d" providerId="ADAL" clId="{07736164-6952-4A38-8C27-DCFDE361004E}" dt="2023-03-03T19:25:37.995" v="569" actId="47"/>
        <pc:sldMkLst>
          <pc:docMk/>
          <pc:sldMk cId="2187507683" sldId="303"/>
        </pc:sldMkLst>
      </pc:sldChg>
      <pc:sldChg chg="del">
        <pc:chgData name="Mackay, Taylor" userId="75bcf993-1f45-479e-826e-57ea5156856d" providerId="ADAL" clId="{07736164-6952-4A38-8C27-DCFDE361004E}" dt="2023-03-03T19:25:38.652" v="570" actId="47"/>
        <pc:sldMkLst>
          <pc:docMk/>
          <pc:sldMk cId="2064940212" sldId="304"/>
        </pc:sldMkLst>
      </pc:sldChg>
      <pc:sldChg chg="modSp mod">
        <pc:chgData name="Mackay, Taylor" userId="75bcf993-1f45-479e-826e-57ea5156856d" providerId="ADAL" clId="{07736164-6952-4A38-8C27-DCFDE361004E}" dt="2023-03-03T19:26:17.525" v="644" actId="114"/>
        <pc:sldMkLst>
          <pc:docMk/>
          <pc:sldMk cId="687299912" sldId="305"/>
        </pc:sldMkLst>
      </pc:sldChg>
      <pc:sldChg chg="del">
        <pc:chgData name="Mackay, Taylor" userId="75bcf993-1f45-479e-826e-57ea5156856d" providerId="ADAL" clId="{07736164-6952-4A38-8C27-DCFDE361004E}" dt="2023-03-03T19:25:30.821" v="568" actId="47"/>
        <pc:sldMkLst>
          <pc:docMk/>
          <pc:sldMk cId="1183377847" sldId="306"/>
        </pc:sldMkLst>
      </pc:sldChg>
      <pc:sldChg chg="del">
        <pc:chgData name="Mackay, Taylor" userId="75bcf993-1f45-479e-826e-57ea5156856d" providerId="ADAL" clId="{07736164-6952-4A38-8C27-DCFDE361004E}" dt="2023-03-03T19:25:26.112" v="566" actId="47"/>
        <pc:sldMkLst>
          <pc:docMk/>
          <pc:sldMk cId="172923203" sldId="309"/>
        </pc:sldMkLst>
      </pc:sldChg>
      <pc:sldChg chg="del">
        <pc:chgData name="Mackay, Taylor" userId="75bcf993-1f45-479e-826e-57ea5156856d" providerId="ADAL" clId="{07736164-6952-4A38-8C27-DCFDE361004E}" dt="2023-03-03T19:25:28.848" v="567" actId="47"/>
        <pc:sldMkLst>
          <pc:docMk/>
          <pc:sldMk cId="1456871070" sldId="311"/>
        </pc:sldMkLst>
      </pc:sldChg>
      <pc:sldChg chg="del">
        <pc:chgData name="Mackay, Taylor" userId="75bcf993-1f45-479e-826e-57ea5156856d" providerId="ADAL" clId="{07736164-6952-4A38-8C27-DCFDE361004E}" dt="2023-03-03T19:25:26.034" v="565" actId="47"/>
        <pc:sldMkLst>
          <pc:docMk/>
          <pc:sldMk cId="298740764" sldId="312"/>
        </pc:sldMkLst>
      </pc:sldChg>
      <pc:sldChg chg="del">
        <pc:chgData name="Mackay, Taylor" userId="75bcf993-1f45-479e-826e-57ea5156856d" providerId="ADAL" clId="{07736164-6952-4A38-8C27-DCFDE361004E}" dt="2023-03-03T19:25:14.672" v="553" actId="47"/>
        <pc:sldMkLst>
          <pc:docMk/>
          <pc:sldMk cId="1469592449" sldId="313"/>
        </pc:sldMkLst>
      </pc:sldChg>
      <pc:sldChg chg="del">
        <pc:chgData name="Mackay, Taylor" userId="75bcf993-1f45-479e-826e-57ea5156856d" providerId="ADAL" clId="{07736164-6952-4A38-8C27-DCFDE361004E}" dt="2023-03-03T19:25:15.719" v="554" actId="47"/>
        <pc:sldMkLst>
          <pc:docMk/>
          <pc:sldMk cId="4251256930" sldId="314"/>
        </pc:sldMkLst>
      </pc:sldChg>
      <pc:sldChg chg="del">
        <pc:chgData name="Mackay, Taylor" userId="75bcf993-1f45-479e-826e-57ea5156856d" providerId="ADAL" clId="{07736164-6952-4A38-8C27-DCFDE361004E}" dt="2023-03-03T19:25:16.344" v="556" actId="47"/>
        <pc:sldMkLst>
          <pc:docMk/>
          <pc:sldMk cId="4211986352" sldId="315"/>
        </pc:sldMkLst>
      </pc:sldChg>
      <pc:sldChg chg="del">
        <pc:chgData name="Mackay, Taylor" userId="75bcf993-1f45-479e-826e-57ea5156856d" providerId="ADAL" clId="{07736164-6952-4A38-8C27-DCFDE361004E}" dt="2023-03-03T19:25:16" v="555" actId="47"/>
        <pc:sldMkLst>
          <pc:docMk/>
          <pc:sldMk cId="3753422080" sldId="316"/>
        </pc:sldMkLst>
      </pc:sldChg>
      <pc:sldChg chg="del">
        <pc:chgData name="Mackay, Taylor" userId="75bcf993-1f45-479e-826e-57ea5156856d" providerId="ADAL" clId="{07736164-6952-4A38-8C27-DCFDE361004E}" dt="2023-03-03T19:25:16.602" v="557" actId="47"/>
        <pc:sldMkLst>
          <pc:docMk/>
          <pc:sldMk cId="1244239935" sldId="318"/>
        </pc:sldMkLst>
      </pc:sldChg>
      <pc:sldChg chg="del">
        <pc:chgData name="Mackay, Taylor" userId="75bcf993-1f45-479e-826e-57ea5156856d" providerId="ADAL" clId="{07736164-6952-4A38-8C27-DCFDE361004E}" dt="2023-03-03T19:25:17.184" v="559" actId="47"/>
        <pc:sldMkLst>
          <pc:docMk/>
          <pc:sldMk cId="893991955" sldId="320"/>
        </pc:sldMkLst>
      </pc:sldChg>
      <pc:sldChg chg="del">
        <pc:chgData name="Mackay, Taylor" userId="75bcf993-1f45-479e-826e-57ea5156856d" providerId="ADAL" clId="{07736164-6952-4A38-8C27-DCFDE361004E}" dt="2023-03-03T19:25:17.340" v="560" actId="47"/>
        <pc:sldMkLst>
          <pc:docMk/>
          <pc:sldMk cId="2631118015" sldId="321"/>
        </pc:sldMkLst>
      </pc:sldChg>
      <pc:sldChg chg="del">
        <pc:chgData name="Mackay, Taylor" userId="75bcf993-1f45-479e-826e-57ea5156856d" providerId="ADAL" clId="{07736164-6952-4A38-8C27-DCFDE361004E}" dt="2023-03-03T19:25:18.826" v="563" actId="47"/>
        <pc:sldMkLst>
          <pc:docMk/>
          <pc:sldMk cId="793688611" sldId="322"/>
        </pc:sldMkLst>
      </pc:sldChg>
      <pc:sldChg chg="del">
        <pc:chgData name="Mackay, Taylor" userId="75bcf993-1f45-479e-826e-57ea5156856d" providerId="ADAL" clId="{07736164-6952-4A38-8C27-DCFDE361004E}" dt="2023-03-03T19:25:17.764" v="561" actId="47"/>
        <pc:sldMkLst>
          <pc:docMk/>
          <pc:sldMk cId="4244799036" sldId="323"/>
        </pc:sldMkLst>
      </pc:sldChg>
      <pc:sldChg chg="del">
        <pc:chgData name="Mackay, Taylor" userId="75bcf993-1f45-479e-826e-57ea5156856d" providerId="ADAL" clId="{07736164-6952-4A38-8C27-DCFDE361004E}" dt="2023-03-03T19:25:19.171" v="564" actId="47"/>
        <pc:sldMkLst>
          <pc:docMk/>
          <pc:sldMk cId="3141941054" sldId="324"/>
        </pc:sldMkLst>
      </pc:sldChg>
      <pc:sldChg chg="del">
        <pc:chgData name="Mackay, Taylor" userId="75bcf993-1f45-479e-826e-57ea5156856d" providerId="ADAL" clId="{07736164-6952-4A38-8C27-DCFDE361004E}" dt="2023-03-03T19:25:18.123" v="562" actId="47"/>
        <pc:sldMkLst>
          <pc:docMk/>
          <pc:sldMk cId="596803962" sldId="326"/>
        </pc:sldMkLst>
      </pc:sldChg>
      <pc:sldChg chg="del">
        <pc:chgData name="Mackay, Taylor" userId="75bcf993-1f45-479e-826e-57ea5156856d" providerId="ADAL" clId="{07736164-6952-4A38-8C27-DCFDE361004E}" dt="2023-03-03T19:25:16.836" v="558" actId="47"/>
        <pc:sldMkLst>
          <pc:docMk/>
          <pc:sldMk cId="47541598" sldId="327"/>
        </pc:sldMkLst>
      </pc:sldChg>
      <pc:sldChg chg="modSp new mod ord setBg">
        <pc:chgData name="Mackay, Taylor" userId="75bcf993-1f45-479e-826e-57ea5156856d" providerId="ADAL" clId="{07736164-6952-4A38-8C27-DCFDE361004E}" dt="2023-03-07T00:57:40.801" v="716" actId="242"/>
        <pc:sldMkLst>
          <pc:docMk/>
          <pc:sldMk cId="1598968015" sldId="328"/>
        </pc:sldMkLst>
      </pc:sldChg>
      <pc:sldChg chg="modSp mod">
        <pc:chgData name="Mackay, Taylor" userId="75bcf993-1f45-479e-826e-57ea5156856d" providerId="ADAL" clId="{07736164-6952-4A38-8C27-DCFDE361004E}" dt="2023-03-07T02:41:39.571" v="861" actId="20577"/>
        <pc:sldMkLst>
          <pc:docMk/>
          <pc:sldMk cId="1729333973" sldId="336"/>
        </pc:sldMkLst>
      </pc:sldChg>
      <pc:sldChg chg="ord">
        <pc:chgData name="Mackay, Taylor" userId="75bcf993-1f45-479e-826e-57ea5156856d" providerId="ADAL" clId="{07736164-6952-4A38-8C27-DCFDE361004E}" dt="2023-03-07T01:20:06.349" v="784"/>
        <pc:sldMkLst>
          <pc:docMk/>
          <pc:sldMk cId="4206655682" sldId="340"/>
        </pc:sldMkLst>
      </pc:sldChg>
      <pc:sldChg chg="modSp">
        <pc:chgData name="Mackay, Taylor" userId="75bcf993-1f45-479e-826e-57ea5156856d" providerId="ADAL" clId="{07736164-6952-4A38-8C27-DCFDE361004E}" dt="2023-03-07T01:01:56.973" v="718" actId="114"/>
        <pc:sldMkLst>
          <pc:docMk/>
          <pc:sldMk cId="234083875" sldId="342"/>
        </pc:sldMkLst>
      </pc:sldChg>
      <pc:sldChg chg="modSp mod">
        <pc:chgData name="Mackay, Taylor" userId="75bcf993-1f45-479e-826e-57ea5156856d" providerId="ADAL" clId="{07736164-6952-4A38-8C27-DCFDE361004E}" dt="2023-03-07T01:03:19.209" v="719" actId="1076"/>
        <pc:sldMkLst>
          <pc:docMk/>
          <pc:sldMk cId="882271471" sldId="343"/>
        </pc:sldMkLst>
      </pc:sldChg>
      <pc:sldChg chg="modSp new mod ord">
        <pc:chgData name="Mackay, Taylor" userId="75bcf993-1f45-479e-826e-57ea5156856d" providerId="ADAL" clId="{07736164-6952-4A38-8C27-DCFDE361004E}" dt="2023-03-06T22:44:07.217" v="710" actId="20577"/>
        <pc:sldMkLst>
          <pc:docMk/>
          <pc:sldMk cId="1771537021" sldId="344"/>
        </pc:sldMkLst>
      </pc:sldChg>
      <pc:sldMasterChg chg="delSldLayout">
        <pc:chgData name="Mackay, Taylor" userId="75bcf993-1f45-479e-826e-57ea5156856d" providerId="ADAL" clId="{07736164-6952-4A38-8C27-DCFDE361004E}" dt="2023-03-03T19:25:14.672" v="553" actId="47"/>
        <pc:sldMasterMkLst>
          <pc:docMk/>
          <pc:sldMasterMk cId="0" sldId="2147483659"/>
        </pc:sldMasterMkLst>
        <pc:sldLayoutChg chg="del">
          <pc:chgData name="Mackay, Taylor" userId="75bcf993-1f45-479e-826e-57ea5156856d" providerId="ADAL" clId="{07736164-6952-4A38-8C27-DCFDE361004E}" dt="2023-03-03T19:25:14.672" v="553" actId="47"/>
          <pc:sldLayoutMkLst>
            <pc:docMk/>
            <pc:sldMasterMk cId="0" sldId="2147483659"/>
            <pc:sldLayoutMk cId="0" sldId="2147483649"/>
          </pc:sldLayoutMkLst>
        </pc:sldLayoutChg>
      </pc:sldMasterChg>
    </pc:docChg>
  </pc:docChgLst>
  <pc:docChgLst>
    <pc:chgData name="Mackay, Taylor" userId="75bcf993-1f45-479e-826e-57ea5156856d" providerId="ADAL" clId="{4F8BB426-9489-4E70-A157-8941AA6926DF}"/>
    <pc:docChg chg="undo custSel addSld delSld modSld addSection delSection modSection">
      <pc:chgData name="Mackay, Taylor" userId="75bcf993-1f45-479e-826e-57ea5156856d" providerId="ADAL" clId="{4F8BB426-9489-4E70-A157-8941AA6926DF}" dt="2024-02-05T13:08:07.709" v="2313" actId="20577"/>
      <pc:docMkLst>
        <pc:docMk/>
      </pc:docMkLst>
      <pc:sldChg chg="addSp delSp modSp del mod">
        <pc:chgData name="Mackay, Taylor" userId="75bcf993-1f45-479e-826e-57ea5156856d" providerId="ADAL" clId="{4F8BB426-9489-4E70-A157-8941AA6926DF}" dt="2023-12-12T20:59:46.622" v="151" actId="47"/>
        <pc:sldMkLst>
          <pc:docMk/>
          <pc:sldMk cId="572610980" sldId="256"/>
        </pc:sldMkLst>
      </pc:sldChg>
      <pc:sldChg chg="modSp mod">
        <pc:chgData name="Mackay, Taylor" userId="75bcf993-1f45-479e-826e-57ea5156856d" providerId="ADAL" clId="{4F8BB426-9489-4E70-A157-8941AA6926DF}" dt="2023-12-11T17:40:45.933" v="145" actId="20577"/>
        <pc:sldMkLst>
          <pc:docMk/>
          <pc:sldMk cId="2828601131" sldId="258"/>
        </pc:sldMkLst>
      </pc:sldChg>
      <pc:sldChg chg="del">
        <pc:chgData name="Mackay, Taylor" userId="75bcf993-1f45-479e-826e-57ea5156856d" providerId="ADAL" clId="{4F8BB426-9489-4E70-A157-8941AA6926DF}" dt="2023-12-11T17:40:52.835" v="147" actId="47"/>
        <pc:sldMkLst>
          <pc:docMk/>
          <pc:sldMk cId="2166452759" sldId="265"/>
        </pc:sldMkLst>
      </pc:sldChg>
      <pc:sldChg chg="del">
        <pc:chgData name="Mackay, Taylor" userId="75bcf993-1f45-479e-826e-57ea5156856d" providerId="ADAL" clId="{4F8BB426-9489-4E70-A157-8941AA6926DF}" dt="2023-12-11T17:40:32.912" v="118" actId="47"/>
        <pc:sldMkLst>
          <pc:docMk/>
          <pc:sldMk cId="884692754" sldId="267"/>
        </pc:sldMkLst>
      </pc:sldChg>
      <pc:sldChg chg="del">
        <pc:chgData name="Mackay, Taylor" userId="75bcf993-1f45-479e-826e-57ea5156856d" providerId="ADAL" clId="{4F8BB426-9489-4E70-A157-8941AA6926DF}" dt="2023-12-11T17:40:52.835" v="147" actId="47"/>
        <pc:sldMkLst>
          <pc:docMk/>
          <pc:sldMk cId="2093415581" sldId="268"/>
        </pc:sldMkLst>
      </pc:sldChg>
      <pc:sldChg chg="del">
        <pc:chgData name="Mackay, Taylor" userId="75bcf993-1f45-479e-826e-57ea5156856d" providerId="ADAL" clId="{4F8BB426-9489-4E70-A157-8941AA6926DF}" dt="2023-12-11T17:40:52.835" v="147" actId="47"/>
        <pc:sldMkLst>
          <pc:docMk/>
          <pc:sldMk cId="1233785467" sldId="269"/>
        </pc:sldMkLst>
      </pc:sldChg>
      <pc:sldChg chg="del">
        <pc:chgData name="Mackay, Taylor" userId="75bcf993-1f45-479e-826e-57ea5156856d" providerId="ADAL" clId="{4F8BB426-9489-4E70-A157-8941AA6926DF}" dt="2023-12-11T17:40:52.835" v="147" actId="47"/>
        <pc:sldMkLst>
          <pc:docMk/>
          <pc:sldMk cId="3482352031" sldId="331"/>
        </pc:sldMkLst>
      </pc:sldChg>
      <pc:sldChg chg="del">
        <pc:chgData name="Mackay, Taylor" userId="75bcf993-1f45-479e-826e-57ea5156856d" providerId="ADAL" clId="{4F8BB426-9489-4E70-A157-8941AA6926DF}" dt="2023-12-11T17:40:52.835" v="147" actId="47"/>
        <pc:sldMkLst>
          <pc:docMk/>
          <pc:sldMk cId="3348966911" sldId="334"/>
        </pc:sldMkLst>
      </pc:sldChg>
      <pc:sldChg chg="del">
        <pc:chgData name="Mackay, Taylor" userId="75bcf993-1f45-479e-826e-57ea5156856d" providerId="ADAL" clId="{4F8BB426-9489-4E70-A157-8941AA6926DF}" dt="2023-12-11T17:40:52.835" v="147" actId="47"/>
        <pc:sldMkLst>
          <pc:docMk/>
          <pc:sldMk cId="3863122997" sldId="335"/>
        </pc:sldMkLst>
      </pc:sldChg>
      <pc:sldChg chg="del">
        <pc:chgData name="Mackay, Taylor" userId="75bcf993-1f45-479e-826e-57ea5156856d" providerId="ADAL" clId="{4F8BB426-9489-4E70-A157-8941AA6926DF}" dt="2023-12-11T17:40:52.835" v="147" actId="47"/>
        <pc:sldMkLst>
          <pc:docMk/>
          <pc:sldMk cId="1524533493" sldId="336"/>
        </pc:sldMkLst>
      </pc:sldChg>
      <pc:sldChg chg="del">
        <pc:chgData name="Mackay, Taylor" userId="75bcf993-1f45-479e-826e-57ea5156856d" providerId="ADAL" clId="{4F8BB426-9489-4E70-A157-8941AA6926DF}" dt="2023-12-11T17:40:52.835" v="147" actId="47"/>
        <pc:sldMkLst>
          <pc:docMk/>
          <pc:sldMk cId="4102055263" sldId="337"/>
        </pc:sldMkLst>
      </pc:sldChg>
      <pc:sldChg chg="del">
        <pc:chgData name="Mackay, Taylor" userId="75bcf993-1f45-479e-826e-57ea5156856d" providerId="ADAL" clId="{4F8BB426-9489-4E70-A157-8941AA6926DF}" dt="2023-12-11T17:40:52.835" v="147" actId="47"/>
        <pc:sldMkLst>
          <pc:docMk/>
          <pc:sldMk cId="2766597768" sldId="338"/>
        </pc:sldMkLst>
      </pc:sldChg>
      <pc:sldChg chg="modSp add mod">
        <pc:chgData name="Mackay, Taylor" userId="75bcf993-1f45-479e-826e-57ea5156856d" providerId="ADAL" clId="{4F8BB426-9489-4E70-A157-8941AA6926DF}" dt="2024-01-30T22:32:57.401" v="183" actId="20577"/>
        <pc:sldMkLst>
          <pc:docMk/>
          <pc:sldMk cId="2021553049" sldId="346"/>
        </pc:sldMkLst>
      </pc:sldChg>
      <pc:sldChg chg="del">
        <pc:chgData name="Mackay, Taylor" userId="75bcf993-1f45-479e-826e-57ea5156856d" providerId="ADAL" clId="{4F8BB426-9489-4E70-A157-8941AA6926DF}" dt="2023-12-11T17:40:34.363" v="120" actId="47"/>
        <pc:sldMkLst>
          <pc:docMk/>
          <pc:sldMk cId="3536620435" sldId="352"/>
        </pc:sldMkLst>
      </pc:sldChg>
      <pc:sldChg chg="del">
        <pc:chgData name="Mackay, Taylor" userId="75bcf993-1f45-479e-826e-57ea5156856d" providerId="ADAL" clId="{4F8BB426-9489-4E70-A157-8941AA6926DF}" dt="2023-12-11T17:40:35.246" v="121" actId="47"/>
        <pc:sldMkLst>
          <pc:docMk/>
          <pc:sldMk cId="538090210" sldId="353"/>
        </pc:sldMkLst>
      </pc:sldChg>
      <pc:sldChg chg="del">
        <pc:chgData name="Mackay, Taylor" userId="75bcf993-1f45-479e-826e-57ea5156856d" providerId="ADAL" clId="{4F8BB426-9489-4E70-A157-8941AA6926DF}" dt="2023-12-11T17:40:35.545" v="122" actId="47"/>
        <pc:sldMkLst>
          <pc:docMk/>
          <pc:sldMk cId="2150430764" sldId="354"/>
        </pc:sldMkLst>
      </pc:sldChg>
      <pc:sldChg chg="del">
        <pc:chgData name="Mackay, Taylor" userId="75bcf993-1f45-479e-826e-57ea5156856d" providerId="ADAL" clId="{4F8BB426-9489-4E70-A157-8941AA6926DF}" dt="2023-12-11T17:40:35.844" v="123" actId="47"/>
        <pc:sldMkLst>
          <pc:docMk/>
          <pc:sldMk cId="1475309432" sldId="355"/>
        </pc:sldMkLst>
      </pc:sldChg>
      <pc:sldChg chg="del">
        <pc:chgData name="Mackay, Taylor" userId="75bcf993-1f45-479e-826e-57ea5156856d" providerId="ADAL" clId="{4F8BB426-9489-4E70-A157-8941AA6926DF}" dt="2023-12-11T17:40:36.127" v="124" actId="47"/>
        <pc:sldMkLst>
          <pc:docMk/>
          <pc:sldMk cId="928953837" sldId="356"/>
        </pc:sldMkLst>
      </pc:sldChg>
      <pc:sldChg chg="del">
        <pc:chgData name="Mackay, Taylor" userId="75bcf993-1f45-479e-826e-57ea5156856d" providerId="ADAL" clId="{4F8BB426-9489-4E70-A157-8941AA6926DF}" dt="2023-12-11T17:40:37.533" v="127" actId="47"/>
        <pc:sldMkLst>
          <pc:docMk/>
          <pc:sldMk cId="2006383909" sldId="357"/>
        </pc:sldMkLst>
      </pc:sldChg>
      <pc:sldChg chg="del">
        <pc:chgData name="Mackay, Taylor" userId="75bcf993-1f45-479e-826e-57ea5156856d" providerId="ADAL" clId="{4F8BB426-9489-4E70-A157-8941AA6926DF}" dt="2023-12-11T17:40:38.129" v="128" actId="47"/>
        <pc:sldMkLst>
          <pc:docMk/>
          <pc:sldMk cId="3923418373" sldId="358"/>
        </pc:sldMkLst>
      </pc:sldChg>
      <pc:sldChg chg="del">
        <pc:chgData name="Mackay, Taylor" userId="75bcf993-1f45-479e-826e-57ea5156856d" providerId="ADAL" clId="{4F8BB426-9489-4E70-A157-8941AA6926DF}" dt="2023-12-11T17:40:38.665" v="129" actId="47"/>
        <pc:sldMkLst>
          <pc:docMk/>
          <pc:sldMk cId="4252693051" sldId="359"/>
        </pc:sldMkLst>
      </pc:sldChg>
      <pc:sldChg chg="del">
        <pc:chgData name="Mackay, Taylor" userId="75bcf993-1f45-479e-826e-57ea5156856d" providerId="ADAL" clId="{4F8BB426-9489-4E70-A157-8941AA6926DF}" dt="2023-12-11T17:40:39.499" v="130" actId="47"/>
        <pc:sldMkLst>
          <pc:docMk/>
          <pc:sldMk cId="1907585718" sldId="360"/>
        </pc:sldMkLst>
      </pc:sldChg>
      <pc:sldChg chg="addSp delSp modSp mod modAnim">
        <pc:chgData name="Mackay, Taylor" userId="75bcf993-1f45-479e-826e-57ea5156856d" providerId="ADAL" clId="{4F8BB426-9489-4E70-A157-8941AA6926DF}" dt="2024-01-30T22:39:13.511" v="260"/>
        <pc:sldMkLst>
          <pc:docMk/>
          <pc:sldMk cId="3501221351" sldId="360"/>
        </pc:sldMkLst>
      </pc:sldChg>
      <pc:sldChg chg="modAnim">
        <pc:chgData name="Mackay, Taylor" userId="75bcf993-1f45-479e-826e-57ea5156856d" providerId="ADAL" clId="{4F8BB426-9489-4E70-A157-8941AA6926DF}" dt="2024-01-30T22:39:46.405" v="261"/>
        <pc:sldMkLst>
          <pc:docMk/>
          <pc:sldMk cId="3426448328" sldId="361"/>
        </pc:sldMkLst>
      </pc:sldChg>
      <pc:sldChg chg="modSp mod">
        <pc:chgData name="Mackay, Taylor" userId="75bcf993-1f45-479e-826e-57ea5156856d" providerId="ADAL" clId="{4F8BB426-9489-4E70-A157-8941AA6926DF}" dt="2024-02-05T13:08:07.709" v="2313" actId="20577"/>
        <pc:sldMkLst>
          <pc:docMk/>
          <pc:sldMk cId="1747853122" sldId="362"/>
        </pc:sldMkLst>
      </pc:sldChg>
      <pc:sldChg chg="del">
        <pc:chgData name="Mackay, Taylor" userId="75bcf993-1f45-479e-826e-57ea5156856d" providerId="ADAL" clId="{4F8BB426-9489-4E70-A157-8941AA6926DF}" dt="2023-12-11T17:37:02.606" v="104" actId="47"/>
        <pc:sldMkLst>
          <pc:docMk/>
          <pc:sldMk cId="1577371690" sldId="363"/>
        </pc:sldMkLst>
      </pc:sldChg>
      <pc:sldChg chg="del">
        <pc:chgData name="Mackay, Taylor" userId="75bcf993-1f45-479e-826e-57ea5156856d" providerId="ADAL" clId="{4F8BB426-9489-4E70-A157-8941AA6926DF}" dt="2023-12-11T17:40:33.857" v="119" actId="47"/>
        <pc:sldMkLst>
          <pc:docMk/>
          <pc:sldMk cId="4110475986" sldId="364"/>
        </pc:sldMkLst>
      </pc:sldChg>
      <pc:sldChg chg="del">
        <pc:chgData name="Mackay, Taylor" userId="75bcf993-1f45-479e-826e-57ea5156856d" providerId="ADAL" clId="{4F8BB426-9489-4E70-A157-8941AA6926DF}" dt="2023-12-11T17:40:36.395" v="125" actId="47"/>
        <pc:sldMkLst>
          <pc:docMk/>
          <pc:sldMk cId="2939332724" sldId="365"/>
        </pc:sldMkLst>
      </pc:sldChg>
      <pc:sldChg chg="modSp mod">
        <pc:chgData name="Mackay, Taylor" userId="75bcf993-1f45-479e-826e-57ea5156856d" providerId="ADAL" clId="{4F8BB426-9489-4E70-A157-8941AA6926DF}" dt="2024-01-30T22:33:33.230" v="188" actId="20577"/>
        <pc:sldMkLst>
          <pc:docMk/>
          <pc:sldMk cId="3113910123" sldId="365"/>
        </pc:sldMkLst>
      </pc:sldChg>
      <pc:sldChg chg="del">
        <pc:chgData name="Mackay, Taylor" userId="75bcf993-1f45-479e-826e-57ea5156856d" providerId="ADAL" clId="{4F8BB426-9489-4E70-A157-8941AA6926DF}" dt="2023-12-11T17:40:36.979" v="126" actId="47"/>
        <pc:sldMkLst>
          <pc:docMk/>
          <pc:sldMk cId="3299973092" sldId="366"/>
        </pc:sldMkLst>
      </pc:sldChg>
      <pc:sldChg chg="del">
        <pc:chgData name="Mackay, Taylor" userId="75bcf993-1f45-479e-826e-57ea5156856d" providerId="ADAL" clId="{4F8BB426-9489-4E70-A157-8941AA6926DF}" dt="2023-12-11T17:40:39.768" v="131" actId="47"/>
        <pc:sldMkLst>
          <pc:docMk/>
          <pc:sldMk cId="301648583" sldId="368"/>
        </pc:sldMkLst>
      </pc:sldChg>
      <pc:sldChg chg="del">
        <pc:chgData name="Mackay, Taylor" userId="75bcf993-1f45-479e-826e-57ea5156856d" providerId="ADAL" clId="{4F8BB426-9489-4E70-A157-8941AA6926DF}" dt="2023-12-11T17:40:39.954" v="132" actId="47"/>
        <pc:sldMkLst>
          <pc:docMk/>
          <pc:sldMk cId="1179066997" sldId="369"/>
        </pc:sldMkLst>
      </pc:sldChg>
      <pc:sldChg chg="del">
        <pc:chgData name="Mackay, Taylor" userId="75bcf993-1f45-479e-826e-57ea5156856d" providerId="ADAL" clId="{4F8BB426-9489-4E70-A157-8941AA6926DF}" dt="2023-12-11T17:40:40.127" v="133" actId="47"/>
        <pc:sldMkLst>
          <pc:docMk/>
          <pc:sldMk cId="254056890" sldId="370"/>
        </pc:sldMkLst>
      </pc:sldChg>
      <pc:sldChg chg="modSp">
        <pc:chgData name="Mackay, Taylor" userId="75bcf993-1f45-479e-826e-57ea5156856d" providerId="ADAL" clId="{4F8BB426-9489-4E70-A157-8941AA6926DF}" dt="2024-01-30T22:40:18.615" v="274" actId="6549"/>
        <pc:sldMkLst>
          <pc:docMk/>
          <pc:sldMk cId="3851788329" sldId="370"/>
        </pc:sldMkLst>
      </pc:sldChg>
      <pc:sldChg chg="del">
        <pc:chgData name="Mackay, Taylor" userId="75bcf993-1f45-479e-826e-57ea5156856d" providerId="ADAL" clId="{4F8BB426-9489-4E70-A157-8941AA6926DF}" dt="2023-12-11T17:40:40.979" v="134" actId="47"/>
        <pc:sldMkLst>
          <pc:docMk/>
          <pc:sldMk cId="1874279745" sldId="371"/>
        </pc:sldMkLst>
      </pc:sldChg>
      <pc:sldChg chg="del">
        <pc:chgData name="Mackay, Taylor" userId="75bcf993-1f45-479e-826e-57ea5156856d" providerId="ADAL" clId="{4F8BB426-9489-4E70-A157-8941AA6926DF}" dt="2023-12-11T17:40:41.639" v="135" actId="47"/>
        <pc:sldMkLst>
          <pc:docMk/>
          <pc:sldMk cId="217213410" sldId="372"/>
        </pc:sldMkLst>
      </pc:sldChg>
      <pc:sldChg chg="new del">
        <pc:chgData name="Mackay, Taylor" userId="75bcf993-1f45-479e-826e-57ea5156856d" providerId="ADAL" clId="{4F8BB426-9489-4E70-A157-8941AA6926DF}" dt="2024-01-30T22:42:50.316" v="276" actId="47"/>
        <pc:sldMkLst>
          <pc:docMk/>
          <pc:sldMk cId="3314775984" sldId="372"/>
        </pc:sldMkLst>
      </pc:sldChg>
      <pc:sldChg chg="del">
        <pc:chgData name="Mackay, Taylor" userId="75bcf993-1f45-479e-826e-57ea5156856d" providerId="ADAL" clId="{4F8BB426-9489-4E70-A157-8941AA6926DF}" dt="2023-12-11T17:40:48.344" v="146" actId="47"/>
        <pc:sldMkLst>
          <pc:docMk/>
          <pc:sldMk cId="1235099518" sldId="373"/>
        </pc:sldMkLst>
      </pc:sldChg>
      <pc:sldChg chg="modSp add">
        <pc:chgData name="Mackay, Taylor" userId="75bcf993-1f45-479e-826e-57ea5156856d" providerId="ADAL" clId="{4F8BB426-9489-4E70-A157-8941AA6926DF}" dt="2024-01-30T22:43:13.496" v="320" actId="20577"/>
        <pc:sldMkLst>
          <pc:docMk/>
          <pc:sldMk cId="675527251" sldId="430"/>
        </pc:sldMkLst>
      </pc:sldChg>
      <pc:sldChg chg="modSp add mod">
        <pc:chgData name="Mackay, Taylor" userId="75bcf993-1f45-479e-826e-57ea5156856d" providerId="ADAL" clId="{4F8BB426-9489-4E70-A157-8941AA6926DF}" dt="2024-01-30T22:50:05.849" v="385" actId="20577"/>
        <pc:sldMkLst>
          <pc:docMk/>
          <pc:sldMk cId="1957541459" sldId="431"/>
        </pc:sldMkLst>
      </pc:sldChg>
      <pc:sldChg chg="add">
        <pc:chgData name="Mackay, Taylor" userId="75bcf993-1f45-479e-826e-57ea5156856d" providerId="ADAL" clId="{4F8BB426-9489-4E70-A157-8941AA6926DF}" dt="2024-01-30T22:42:58.864" v="277"/>
        <pc:sldMkLst>
          <pc:docMk/>
          <pc:sldMk cId="759680122" sldId="432"/>
        </pc:sldMkLst>
      </pc:sldChg>
      <pc:sldChg chg="addSp delSp modSp new mod modAnim chgLayout">
        <pc:chgData name="Mackay, Taylor" userId="75bcf993-1f45-479e-826e-57ea5156856d" providerId="ADAL" clId="{4F8BB426-9489-4E70-A157-8941AA6926DF}" dt="2024-01-30T23:14:12.226" v="2279" actId="1076"/>
        <pc:sldMkLst>
          <pc:docMk/>
          <pc:sldMk cId="3679199919" sldId="433"/>
        </pc:sldMkLst>
      </pc:sldChg>
      <pc:sldChg chg="new del">
        <pc:chgData name="Mackay, Taylor" userId="75bcf993-1f45-479e-826e-57ea5156856d" providerId="ADAL" clId="{4F8BB426-9489-4E70-A157-8941AA6926DF}" dt="2024-01-30T23:03:22.723" v="1440" actId="680"/>
        <pc:sldMkLst>
          <pc:docMk/>
          <pc:sldMk cId="712776663" sldId="434"/>
        </pc:sldMkLst>
      </pc:sldChg>
      <pc:sldChg chg="addSp delSp modSp new mod delAnim modAnim">
        <pc:chgData name="Mackay, Taylor" userId="75bcf993-1f45-479e-826e-57ea5156856d" providerId="ADAL" clId="{4F8BB426-9489-4E70-A157-8941AA6926DF}" dt="2024-01-30T23:15:59.152" v="2285"/>
        <pc:sldMkLst>
          <pc:docMk/>
          <pc:sldMk cId="3795921222" sldId="434"/>
        </pc:sldMkLst>
      </pc:sldChg>
      <pc:sldChg chg="add del">
        <pc:chgData name="Mackay, Taylor" userId="75bcf993-1f45-479e-826e-57ea5156856d" providerId="ADAL" clId="{4F8BB426-9489-4E70-A157-8941AA6926DF}" dt="2024-01-30T23:06:50.970" v="1867"/>
        <pc:sldMkLst>
          <pc:docMk/>
          <pc:sldMk cId="1023757065" sldId="435"/>
        </pc:sldMkLst>
      </pc:sldChg>
      <pc:sldChg chg="new del">
        <pc:chgData name="Mackay, Taylor" userId="75bcf993-1f45-479e-826e-57ea5156856d" providerId="ADAL" clId="{4F8BB426-9489-4E70-A157-8941AA6926DF}" dt="2024-01-30T23:09:33.813" v="1922" actId="47"/>
        <pc:sldMkLst>
          <pc:docMk/>
          <pc:sldMk cId="1531935979" sldId="435"/>
        </pc:sldMkLst>
      </pc:sldChg>
      <pc:sldChg chg="modSp add mod modAnim">
        <pc:chgData name="Mackay, Taylor" userId="75bcf993-1f45-479e-826e-57ea5156856d" providerId="ADAL" clId="{4F8BB426-9489-4E70-A157-8941AA6926DF}" dt="2024-01-30T23:16:35.678" v="2287" actId="6549"/>
        <pc:sldMkLst>
          <pc:docMk/>
          <pc:sldMk cId="2939332724" sldId="436"/>
        </pc:sldMkLst>
      </pc:sldChg>
      <pc:sldMasterChg chg="delSldLayout">
        <pc:chgData name="Mackay, Taylor" userId="75bcf993-1f45-479e-826e-57ea5156856d" providerId="ADAL" clId="{4F8BB426-9489-4E70-A157-8941AA6926DF}" dt="2023-12-11T17:40:52.835" v="147" actId="47"/>
        <pc:sldMasterMkLst>
          <pc:docMk/>
          <pc:sldMasterMk cId="0" sldId="2147483659"/>
        </pc:sldMasterMkLst>
        <pc:sldLayoutChg chg="del">
          <pc:chgData name="Mackay, Taylor" userId="75bcf993-1f45-479e-826e-57ea5156856d" providerId="ADAL" clId="{4F8BB426-9489-4E70-A157-8941AA6926DF}" dt="2023-12-11T17:40:52.835" v="147" actId="47"/>
          <pc:sldLayoutMkLst>
            <pc:docMk/>
            <pc:sldMasterMk cId="0" sldId="2147483659"/>
            <pc:sldLayoutMk cId="0" sldId="2147483656"/>
          </pc:sldLayoutMkLst>
        </pc:sldLayoutChg>
      </pc:sldMasterChg>
    </pc:docChg>
  </pc:docChgLst>
  <pc:docChgLst>
    <pc:chgData name="Mackay, Taylor" userId="75bcf993-1f45-479e-826e-57ea5156856d" providerId="ADAL" clId="{E709BE72-416E-499E-9C94-24C581460145}"/>
    <pc:docChg chg="custSel modSld modNotesMaster">
      <pc:chgData name="Mackay, Taylor" userId="75bcf993-1f45-479e-826e-57ea5156856d" providerId="ADAL" clId="{E709BE72-416E-499E-9C94-24C581460145}" dt="2025-09-04T01:17:01.893" v="1" actId="33524"/>
      <pc:docMkLst>
        <pc:docMk/>
      </pc:docMkLst>
      <pc:sldChg chg="modSp mod">
        <pc:chgData name="Mackay, Taylor" userId="75bcf993-1f45-479e-826e-57ea5156856d" providerId="ADAL" clId="{E709BE72-416E-499E-9C94-24C581460145}" dt="2025-09-04T01:17:01.893" v="1" actId="33524"/>
        <pc:sldMkLst>
          <pc:docMk/>
          <pc:sldMk cId="3113910123" sldId="365"/>
        </pc:sldMkLst>
        <pc:spChg chg="mod">
          <ac:chgData name="Mackay, Taylor" userId="75bcf993-1f45-479e-826e-57ea5156856d" providerId="ADAL" clId="{E709BE72-416E-499E-9C94-24C581460145}" dt="2025-09-04T01:17:01.893" v="1" actId="33524"/>
          <ac:spMkLst>
            <pc:docMk/>
            <pc:sldMk cId="3113910123" sldId="365"/>
            <ac:spMk id="8" creationId="{68A70A64-E90D-4050-DC18-443DD20A7284}"/>
          </ac:spMkLst>
        </pc:spChg>
      </pc:sldChg>
    </pc:docChg>
  </pc:docChgLst>
  <pc:docChgLst>
    <pc:chgData name="Mackay, Taylor" userId="75bcf993-1f45-479e-826e-57ea5156856d" providerId="ADAL" clId="{41F8001B-D58A-49AA-BDA3-7A81579A3915}"/>
    <pc:docChg chg="undo custSel addSld delSld modSld modSection">
      <pc:chgData name="Mackay, Taylor" userId="75bcf993-1f45-479e-826e-57ea5156856d" providerId="ADAL" clId="{41F8001B-D58A-49AA-BDA3-7A81579A3915}" dt="2023-09-12T03:18:59.491" v="1189" actId="27636"/>
      <pc:docMkLst>
        <pc:docMk/>
      </pc:docMkLst>
      <pc:sldChg chg="del">
        <pc:chgData name="Mackay, Taylor" userId="75bcf993-1f45-479e-826e-57ea5156856d" providerId="ADAL" clId="{41F8001B-D58A-49AA-BDA3-7A81579A3915}" dt="2023-09-12T03:07:58.804" v="889" actId="47"/>
        <pc:sldMkLst>
          <pc:docMk/>
          <pc:sldMk cId="2501994117" sldId="341"/>
        </pc:sldMkLst>
      </pc:sldChg>
      <pc:sldChg chg="add del">
        <pc:chgData name="Mackay, Taylor" userId="75bcf993-1f45-479e-826e-57ea5156856d" providerId="ADAL" clId="{41F8001B-D58A-49AA-BDA3-7A81579A3915}" dt="2023-09-12T03:07:56.245" v="888" actId="47"/>
        <pc:sldMkLst>
          <pc:docMk/>
          <pc:sldMk cId="3824496739" sldId="345"/>
        </pc:sldMkLst>
      </pc:sldChg>
      <pc:sldChg chg="del">
        <pc:chgData name="Mackay, Taylor" userId="75bcf993-1f45-479e-826e-57ea5156856d" providerId="ADAL" clId="{41F8001B-D58A-49AA-BDA3-7A81579A3915}" dt="2023-09-12T03:08:31.935" v="890" actId="47"/>
        <pc:sldMkLst>
          <pc:docMk/>
          <pc:sldMk cId="1636339839" sldId="362"/>
        </pc:sldMkLst>
      </pc:sldChg>
      <pc:sldChg chg="modSp mod">
        <pc:chgData name="Mackay, Taylor" userId="75bcf993-1f45-479e-826e-57ea5156856d" providerId="ADAL" clId="{41F8001B-D58A-49AA-BDA3-7A81579A3915}" dt="2023-09-12T02:00:08.296" v="885" actId="13926"/>
        <pc:sldMkLst>
          <pc:docMk/>
          <pc:sldMk cId="1577371690" sldId="363"/>
        </pc:sldMkLst>
      </pc:sldChg>
      <pc:sldChg chg="modSp new mod">
        <pc:chgData name="Mackay, Taylor" userId="75bcf993-1f45-479e-826e-57ea5156856d" providerId="ADAL" clId="{41F8001B-D58A-49AA-BDA3-7A81579A3915}" dt="2023-09-12T00:09:10.822" v="861" actId="20577"/>
        <pc:sldMkLst>
          <pc:docMk/>
          <pc:sldMk cId="1396319546" sldId="367"/>
        </pc:sldMkLst>
      </pc:sldChg>
      <pc:sldChg chg="modSp new mod">
        <pc:chgData name="Mackay, Taylor" userId="75bcf993-1f45-479e-826e-57ea5156856d" providerId="ADAL" clId="{41F8001B-D58A-49AA-BDA3-7A81579A3915}" dt="2023-09-12T03:17:16.852" v="1130" actId="120"/>
        <pc:sldMkLst>
          <pc:docMk/>
          <pc:sldMk cId="301648583" sldId="368"/>
        </pc:sldMkLst>
      </pc:sldChg>
      <pc:sldChg chg="addSp delSp modSp new del mod">
        <pc:chgData name="Mackay, Taylor" userId="75bcf993-1f45-479e-826e-57ea5156856d" providerId="ADAL" clId="{41F8001B-D58A-49AA-BDA3-7A81579A3915}" dt="2023-09-12T02:02:28.158" v="886" actId="47"/>
        <pc:sldMkLst>
          <pc:docMk/>
          <pc:sldMk cId="3643544141" sldId="368"/>
        </pc:sldMkLst>
      </pc:sldChg>
      <pc:sldChg chg="modSp new mod">
        <pc:chgData name="Mackay, Taylor" userId="75bcf993-1f45-479e-826e-57ea5156856d" providerId="ADAL" clId="{41F8001B-D58A-49AA-BDA3-7A81579A3915}" dt="2023-09-12T03:17:12.814" v="1129" actId="120"/>
        <pc:sldMkLst>
          <pc:docMk/>
          <pc:sldMk cId="1179066997" sldId="369"/>
        </pc:sldMkLst>
      </pc:sldChg>
      <pc:sldChg chg="modSp new mod">
        <pc:chgData name="Mackay, Taylor" userId="75bcf993-1f45-479e-826e-57ea5156856d" providerId="ADAL" clId="{41F8001B-D58A-49AA-BDA3-7A81579A3915}" dt="2023-09-12T03:17:09.659" v="1128" actId="120"/>
        <pc:sldMkLst>
          <pc:docMk/>
          <pc:sldMk cId="254056890" sldId="370"/>
        </pc:sldMkLst>
      </pc:sldChg>
      <pc:sldChg chg="modSp new mod">
        <pc:chgData name="Mackay, Taylor" userId="75bcf993-1f45-479e-826e-57ea5156856d" providerId="ADAL" clId="{41F8001B-D58A-49AA-BDA3-7A81579A3915}" dt="2023-09-12T03:18:59.491" v="1189" actId="27636"/>
        <pc:sldMkLst>
          <pc:docMk/>
          <pc:sldMk cId="1874279745" sldId="371"/>
        </pc:sldMkLst>
      </pc:sldChg>
      <pc:sldChg chg="modSp new mod">
        <pc:chgData name="Mackay, Taylor" userId="75bcf993-1f45-479e-826e-57ea5156856d" providerId="ADAL" clId="{41F8001B-D58A-49AA-BDA3-7A81579A3915}" dt="2023-09-12T03:18:46.454" v="1183" actId="1035"/>
        <pc:sldMkLst>
          <pc:docMk/>
          <pc:sldMk cId="217213410" sldId="372"/>
        </pc:sldMkLst>
      </pc:sldChg>
      <pc:sldChg chg="modSp new mod">
        <pc:chgData name="Mackay, Taylor" userId="75bcf993-1f45-479e-826e-57ea5156856d" providerId="ADAL" clId="{41F8001B-D58A-49AA-BDA3-7A81579A3915}" dt="2023-09-12T03:18:26.753" v="1181" actId="20577"/>
        <pc:sldMkLst>
          <pc:docMk/>
          <pc:sldMk cId="1235099518" sldId="373"/>
        </pc:sldMkLst>
      </pc:sldChg>
    </pc:docChg>
  </pc:docChgLst>
  <pc:docChgLst>
    <pc:chgData name="Mackay, Taylor" userId="75bcf993-1f45-479e-826e-57ea5156856d" providerId="ADAL" clId="{BB9359DF-72FF-4B48-BB7F-0DCA75658AFA}"/>
    <pc:docChg chg="undo custSel delSld modSld">
      <pc:chgData name="Mackay, Taylor" userId="75bcf993-1f45-479e-826e-57ea5156856d" providerId="ADAL" clId="{BB9359DF-72FF-4B48-BB7F-0DCA75658AFA}" dt="2023-03-14T01:40:02.293" v="443"/>
      <pc:docMkLst>
        <pc:docMk/>
      </pc:docMkLst>
      <pc:sldChg chg="modSp mod">
        <pc:chgData name="Mackay, Taylor" userId="75bcf993-1f45-479e-826e-57ea5156856d" providerId="ADAL" clId="{BB9359DF-72FF-4B48-BB7F-0DCA75658AFA}" dt="2023-03-14T01:31:27.170" v="26" actId="20577"/>
        <pc:sldMkLst>
          <pc:docMk/>
          <pc:sldMk cId="572610980" sldId="256"/>
        </pc:sldMkLst>
      </pc:sldChg>
      <pc:sldChg chg="modSp mod">
        <pc:chgData name="Mackay, Taylor" userId="75bcf993-1f45-479e-826e-57ea5156856d" providerId="ADAL" clId="{BB9359DF-72FF-4B48-BB7F-0DCA75658AFA}" dt="2023-03-14T01:32:24.823" v="151" actId="20577"/>
        <pc:sldMkLst>
          <pc:docMk/>
          <pc:sldMk cId="2862530943" sldId="257"/>
        </pc:sldMkLst>
      </pc:sldChg>
      <pc:sldChg chg="del">
        <pc:chgData name="Mackay, Taylor" userId="75bcf993-1f45-479e-826e-57ea5156856d" providerId="ADAL" clId="{BB9359DF-72FF-4B48-BB7F-0DCA75658AFA}" dt="2023-03-14T01:31:35.178" v="27" actId="47"/>
        <pc:sldMkLst>
          <pc:docMk/>
          <pc:sldMk cId="2416052964" sldId="258"/>
        </pc:sldMkLst>
      </pc:sldChg>
      <pc:sldChg chg="modSp mod">
        <pc:chgData name="Mackay, Taylor" userId="75bcf993-1f45-479e-826e-57ea5156856d" providerId="ADAL" clId="{BB9359DF-72FF-4B48-BB7F-0DCA75658AFA}" dt="2023-03-14T01:36:18.976" v="156" actId="1076"/>
        <pc:sldMkLst>
          <pc:docMk/>
          <pc:sldMk cId="2147416863" sldId="260"/>
        </pc:sldMkLst>
      </pc:sldChg>
      <pc:sldChg chg="modSp mod">
        <pc:chgData name="Mackay, Taylor" userId="75bcf993-1f45-479e-826e-57ea5156856d" providerId="ADAL" clId="{BB9359DF-72FF-4B48-BB7F-0DCA75658AFA}" dt="2023-03-14T01:40:02.293" v="443"/>
        <pc:sldMkLst>
          <pc:docMk/>
          <pc:sldMk cId="320662900" sldId="263"/>
        </pc:sldMkLst>
      </pc:sldChg>
      <pc:sldChg chg="modSp mod">
        <pc:chgData name="Mackay, Taylor" userId="75bcf993-1f45-479e-826e-57ea5156856d" providerId="ADAL" clId="{BB9359DF-72FF-4B48-BB7F-0DCA75658AFA}" dt="2023-03-14T01:39:36.922" v="426" actId="20577"/>
        <pc:sldMkLst>
          <pc:docMk/>
          <pc:sldMk cId="1960731242" sldId="265"/>
        </pc:sldMkLst>
      </pc:sldChg>
      <pc:sldChg chg="del">
        <pc:chgData name="Mackay, Taylor" userId="75bcf993-1f45-479e-826e-57ea5156856d" providerId="ADAL" clId="{BB9359DF-72FF-4B48-BB7F-0DCA75658AFA}" dt="2023-03-14T01:31:04.254" v="0" actId="47"/>
        <pc:sldMkLst>
          <pc:docMk/>
          <pc:sldMk cId="3280255936" sldId="266"/>
        </pc:sldMkLst>
      </pc:sldChg>
    </pc:docChg>
  </pc:docChgLst>
  <pc:docChgLst>
    <pc:chgData name="Mackay, Taylor" userId="75bcf993-1f45-479e-826e-57ea5156856d" providerId="ADAL" clId="{45E191C4-0F19-4168-ACC5-159AE021BB5F}"/>
    <pc:docChg chg="addSld modSld sldOrd">
      <pc:chgData name="Mackay, Taylor" userId="75bcf993-1f45-479e-826e-57ea5156856d" providerId="ADAL" clId="{45E191C4-0F19-4168-ACC5-159AE021BB5F}" dt="2023-12-14T02:21:21.087" v="2"/>
      <pc:docMkLst>
        <pc:docMk/>
      </pc:docMkLst>
      <pc:sldChg chg="add ord">
        <pc:chgData name="Mackay, Taylor" userId="75bcf993-1f45-479e-826e-57ea5156856d" providerId="ADAL" clId="{45E191C4-0F19-4168-ACC5-159AE021BB5F}" dt="2023-12-14T02:21:21.087" v="2"/>
        <pc:sldMkLst>
          <pc:docMk/>
          <pc:sldMk cId="1882531631" sldId="277"/>
        </pc:sldMkLst>
      </pc:sldChg>
    </pc:docChg>
  </pc:docChgLst>
  <pc:docChgLst>
    <pc:chgData name="Mackay, Taylor" userId="75bcf993-1f45-479e-826e-57ea5156856d" providerId="ADAL" clId="{4051124F-912C-4040-8DBA-A0AAD098097B}"/>
    <pc:docChg chg="undo custSel addSld delSld modSld">
      <pc:chgData name="Mackay, Taylor" userId="75bcf993-1f45-479e-826e-57ea5156856d" providerId="ADAL" clId="{4051124F-912C-4040-8DBA-A0AAD098097B}" dt="2023-07-20T20:35:16.082" v="2942"/>
      <pc:docMkLst>
        <pc:docMk/>
      </pc:docMkLst>
      <pc:sldChg chg="modSp mod">
        <pc:chgData name="Mackay, Taylor" userId="75bcf993-1f45-479e-826e-57ea5156856d" providerId="ADAL" clId="{4051124F-912C-4040-8DBA-A0AAD098097B}" dt="2023-07-19T22:21:37.668" v="73" actId="20577"/>
        <pc:sldMkLst>
          <pc:docMk/>
          <pc:sldMk cId="572610980" sldId="256"/>
        </pc:sldMkLst>
      </pc:sldChg>
      <pc:sldChg chg="modSp mod">
        <pc:chgData name="Mackay, Taylor" userId="75bcf993-1f45-479e-826e-57ea5156856d" providerId="ADAL" clId="{4051124F-912C-4040-8DBA-A0AAD098097B}" dt="2023-07-19T22:21:53.280" v="95" actId="20577"/>
        <pc:sldMkLst>
          <pc:docMk/>
          <pc:sldMk cId="2862530943" sldId="257"/>
        </pc:sldMkLst>
      </pc:sldChg>
      <pc:sldChg chg="modSp add mod">
        <pc:chgData name="Mackay, Taylor" userId="75bcf993-1f45-479e-826e-57ea5156856d" providerId="ADAL" clId="{4051124F-912C-4040-8DBA-A0AAD098097B}" dt="2023-07-19T22:34:57.087" v="1682" actId="20577"/>
        <pc:sldMkLst>
          <pc:docMk/>
          <pc:sldMk cId="2828601131" sldId="258"/>
        </pc:sldMkLst>
      </pc:sldChg>
      <pc:sldChg chg="modSp new mod">
        <pc:chgData name="Mackay, Taylor" userId="75bcf993-1f45-479e-826e-57ea5156856d" providerId="ADAL" clId="{4051124F-912C-4040-8DBA-A0AAD098097B}" dt="2023-07-19T22:38:42.147" v="2557" actId="20577"/>
        <pc:sldMkLst>
          <pc:docMk/>
          <pc:sldMk cId="73925484" sldId="259"/>
        </pc:sldMkLst>
      </pc:sldChg>
      <pc:sldChg chg="del">
        <pc:chgData name="Mackay, Taylor" userId="75bcf993-1f45-479e-826e-57ea5156856d" providerId="ADAL" clId="{4051124F-912C-4040-8DBA-A0AAD098097B}" dt="2023-07-19T22:21:41.553" v="74" actId="47"/>
        <pc:sldMkLst>
          <pc:docMk/>
          <pc:sldMk cId="2147416863" sldId="260"/>
        </pc:sldMkLst>
      </pc:sldChg>
      <pc:sldChg chg="modSp new mod">
        <pc:chgData name="Mackay, Taylor" userId="75bcf993-1f45-479e-826e-57ea5156856d" providerId="ADAL" clId="{4051124F-912C-4040-8DBA-A0AAD098097B}" dt="2023-07-19T22:29:29.699" v="1106" actId="242"/>
        <pc:sldMkLst>
          <pc:docMk/>
          <pc:sldMk cId="3307078694" sldId="260"/>
        </pc:sldMkLst>
      </pc:sldChg>
      <pc:sldChg chg="modSp new mod">
        <pc:chgData name="Mackay, Taylor" userId="75bcf993-1f45-479e-826e-57ea5156856d" providerId="ADAL" clId="{4051124F-912C-4040-8DBA-A0AAD098097B}" dt="2023-07-19T22:32:59.257" v="1613" actId="20577"/>
        <pc:sldMkLst>
          <pc:docMk/>
          <pc:sldMk cId="883241871" sldId="261"/>
        </pc:sldMkLst>
      </pc:sldChg>
      <pc:sldChg chg="del">
        <pc:chgData name="Mackay, Taylor" userId="75bcf993-1f45-479e-826e-57ea5156856d" providerId="ADAL" clId="{4051124F-912C-4040-8DBA-A0AAD098097B}" dt="2023-07-19T22:21:42.238" v="75" actId="47"/>
        <pc:sldMkLst>
          <pc:docMk/>
          <pc:sldMk cId="1960155510" sldId="261"/>
        </pc:sldMkLst>
      </pc:sldChg>
      <pc:sldChg chg="modSp new mod">
        <pc:chgData name="Mackay, Taylor" userId="75bcf993-1f45-479e-826e-57ea5156856d" providerId="ADAL" clId="{4051124F-912C-4040-8DBA-A0AAD098097B}" dt="2023-07-19T22:40:00.962" v="2586" actId="20577"/>
        <pc:sldMkLst>
          <pc:docMk/>
          <pc:sldMk cId="1478651631" sldId="262"/>
        </pc:sldMkLst>
      </pc:sldChg>
      <pc:sldChg chg="del">
        <pc:chgData name="Mackay, Taylor" userId="75bcf993-1f45-479e-826e-57ea5156856d" providerId="ADAL" clId="{4051124F-912C-4040-8DBA-A0AAD098097B}" dt="2023-07-19T22:21:43.324" v="79" actId="47"/>
        <pc:sldMkLst>
          <pc:docMk/>
          <pc:sldMk cId="3393904924" sldId="262"/>
        </pc:sldMkLst>
      </pc:sldChg>
      <pc:sldChg chg="del">
        <pc:chgData name="Mackay, Taylor" userId="75bcf993-1f45-479e-826e-57ea5156856d" providerId="ADAL" clId="{4051124F-912C-4040-8DBA-A0AAD098097B}" dt="2023-07-19T22:21:43.054" v="78" actId="47"/>
        <pc:sldMkLst>
          <pc:docMk/>
          <pc:sldMk cId="320662900" sldId="263"/>
        </pc:sldMkLst>
      </pc:sldChg>
      <pc:sldChg chg="addSp delSp modSp new mod setBg">
        <pc:chgData name="Mackay, Taylor" userId="75bcf993-1f45-479e-826e-57ea5156856d" providerId="ADAL" clId="{4051124F-912C-4040-8DBA-A0AAD098097B}" dt="2023-07-20T20:35:16.082" v="2942"/>
        <pc:sldMkLst>
          <pc:docMk/>
          <pc:sldMk cId="2775498919" sldId="263"/>
        </pc:sldMkLst>
      </pc:sldChg>
      <pc:sldChg chg="del">
        <pc:chgData name="Mackay, Taylor" userId="75bcf993-1f45-479e-826e-57ea5156856d" providerId="ADAL" clId="{4051124F-912C-4040-8DBA-A0AAD098097B}" dt="2023-07-19T22:21:42.454" v="76" actId="47"/>
        <pc:sldMkLst>
          <pc:docMk/>
          <pc:sldMk cId="1146019224" sldId="264"/>
        </pc:sldMkLst>
      </pc:sldChg>
      <pc:sldChg chg="del">
        <pc:chgData name="Mackay, Taylor" userId="75bcf993-1f45-479e-826e-57ea5156856d" providerId="ADAL" clId="{4051124F-912C-4040-8DBA-A0AAD098097B}" dt="2023-07-19T22:21:42.771" v="77" actId="47"/>
        <pc:sldMkLst>
          <pc:docMk/>
          <pc:sldMk cId="1960731242" sldId="265"/>
        </pc:sldMkLst>
      </pc:sldChg>
      <pc:sldChg chg="del">
        <pc:chgData name="Mackay, Taylor" userId="75bcf993-1f45-479e-826e-57ea5156856d" providerId="ADAL" clId="{4051124F-912C-4040-8DBA-A0AAD098097B}" dt="2023-07-19T22:21:43.704" v="80" actId="47"/>
        <pc:sldMkLst>
          <pc:docMk/>
          <pc:sldMk cId="4171878739" sldId="267"/>
        </pc:sldMkLst>
      </pc:sldChg>
      <pc:sldChg chg="del">
        <pc:chgData name="Mackay, Taylor" userId="75bcf993-1f45-479e-826e-57ea5156856d" providerId="ADAL" clId="{4051124F-912C-4040-8DBA-A0AAD098097B}" dt="2023-07-19T22:21:44.255" v="81" actId="47"/>
        <pc:sldMkLst>
          <pc:docMk/>
          <pc:sldMk cId="2563828454" sldId="268"/>
        </pc:sldMkLst>
      </pc:sldChg>
    </pc:docChg>
  </pc:docChgLst>
  <pc:docChgLst>
    <pc:chgData name="Mackay, Taylor" userId="75bcf993-1f45-479e-826e-57ea5156856d" providerId="ADAL" clId="{36A69FCE-C8D5-4255-927B-2CD0441E057F}"/>
    <pc:docChg chg="addSld delSld modSld modSection">
      <pc:chgData name="Mackay, Taylor" userId="75bcf993-1f45-479e-826e-57ea5156856d" providerId="ADAL" clId="{36A69FCE-C8D5-4255-927B-2CD0441E057F}" dt="2023-09-27T04:30:40.278" v="6" actId="47"/>
      <pc:docMkLst>
        <pc:docMk/>
      </pc:docMkLst>
      <pc:sldChg chg="delSp modSp add del mod">
        <pc:chgData name="Mackay, Taylor" userId="75bcf993-1f45-479e-826e-57ea5156856d" providerId="ADAL" clId="{36A69FCE-C8D5-4255-927B-2CD0441E057F}" dt="2023-09-27T04:30:40.278" v="6" actId="47"/>
        <pc:sldMkLst>
          <pc:docMk/>
          <pc:sldMk cId="731952549" sldId="374"/>
        </pc:sldMkLst>
      </pc:sldChg>
    </pc:docChg>
  </pc:docChgLst>
  <pc:docChgLst>
    <pc:chgData name="Mackay, Taylor" userId="75bcf993-1f45-479e-826e-57ea5156856d" providerId="ADAL" clId="{3FA9E516-DEF4-4A30-B493-6A5907EF75FA}"/>
    <pc:docChg chg="undo custSel addSld delSld modSld sldOrd addSection delSection modSection">
      <pc:chgData name="Mackay, Taylor" userId="75bcf993-1f45-479e-826e-57ea5156856d" providerId="ADAL" clId="{3FA9E516-DEF4-4A30-B493-6A5907EF75FA}" dt="2024-01-16T17:37:08.844" v="26079" actId="20577"/>
      <pc:docMkLst>
        <pc:docMk/>
      </pc:docMkLst>
      <pc:sldChg chg="modSp mod">
        <pc:chgData name="Mackay, Taylor" userId="75bcf993-1f45-479e-826e-57ea5156856d" providerId="ADAL" clId="{3FA9E516-DEF4-4A30-B493-6A5907EF75FA}" dt="2024-01-08T22:37:23.535" v="25535" actId="21"/>
        <pc:sldMkLst>
          <pc:docMk/>
          <pc:sldMk cId="2828601131" sldId="258"/>
        </pc:sldMkLst>
      </pc:sldChg>
      <pc:sldChg chg="del">
        <pc:chgData name="Mackay, Taylor" userId="75bcf993-1f45-479e-826e-57ea5156856d" providerId="ADAL" clId="{3FA9E516-DEF4-4A30-B493-6A5907EF75FA}" dt="2024-01-08T22:31:03.672" v="25253" actId="18676"/>
        <pc:sldMkLst>
          <pc:docMk/>
          <pc:sldMk cId="1882531631" sldId="277"/>
        </pc:sldMkLst>
      </pc:sldChg>
      <pc:sldChg chg="modSp add mod setBg">
        <pc:chgData name="Mackay, Taylor" userId="75bcf993-1f45-479e-826e-57ea5156856d" providerId="ADAL" clId="{3FA9E516-DEF4-4A30-B493-6A5907EF75FA}" dt="2024-01-08T22:40:16.998" v="26048" actId="20577"/>
        <pc:sldMkLst>
          <pc:docMk/>
          <pc:sldMk cId="2005106185" sldId="301"/>
        </pc:sldMkLst>
      </pc:sldChg>
      <pc:sldChg chg="del">
        <pc:chgData name="Mackay, Taylor" userId="75bcf993-1f45-479e-826e-57ea5156856d" providerId="ADAL" clId="{3FA9E516-DEF4-4A30-B493-6A5907EF75FA}" dt="2024-01-08T22:31:03.672" v="25253" actId="18676"/>
        <pc:sldMkLst>
          <pc:docMk/>
          <pc:sldMk cId="4142627329" sldId="342"/>
        </pc:sldMkLst>
      </pc:sldChg>
      <pc:sldChg chg="del">
        <pc:chgData name="Mackay, Taylor" userId="75bcf993-1f45-479e-826e-57ea5156856d" providerId="ADAL" clId="{3FA9E516-DEF4-4A30-B493-6A5907EF75FA}" dt="2024-01-08T22:31:03.672" v="25253" actId="18676"/>
        <pc:sldMkLst>
          <pc:docMk/>
          <pc:sldMk cId="3824496739" sldId="345"/>
        </pc:sldMkLst>
      </pc:sldChg>
      <pc:sldChg chg="modSp new mod ord">
        <pc:chgData name="Mackay, Taylor" userId="75bcf993-1f45-479e-826e-57ea5156856d" providerId="ADAL" clId="{3FA9E516-DEF4-4A30-B493-6A5907EF75FA}" dt="2024-01-16T17:37:08.844" v="26079" actId="20577"/>
        <pc:sldMkLst>
          <pc:docMk/>
          <pc:sldMk cId="2110796863" sldId="347"/>
        </pc:sldMkLst>
      </pc:sldChg>
      <pc:sldChg chg="addSp delSp modSp new mod">
        <pc:chgData name="Mackay, Taylor" userId="75bcf993-1f45-479e-826e-57ea5156856d" providerId="ADAL" clId="{3FA9E516-DEF4-4A30-B493-6A5907EF75FA}" dt="2024-01-08T17:35:04.854" v="22217" actId="113"/>
        <pc:sldMkLst>
          <pc:docMk/>
          <pc:sldMk cId="2274304039" sldId="348"/>
        </pc:sldMkLst>
      </pc:sldChg>
      <pc:sldChg chg="modSp new mod">
        <pc:chgData name="Mackay, Taylor" userId="75bcf993-1f45-479e-826e-57ea5156856d" providerId="ADAL" clId="{3FA9E516-DEF4-4A30-B493-6A5907EF75FA}" dt="2024-01-15T18:24:02.051" v="26068" actId="21"/>
        <pc:sldMkLst>
          <pc:docMk/>
          <pc:sldMk cId="281147108" sldId="349"/>
        </pc:sldMkLst>
      </pc:sldChg>
      <pc:sldChg chg="addSp delSp modSp new mod chgLayout">
        <pc:chgData name="Mackay, Taylor" userId="75bcf993-1f45-479e-826e-57ea5156856d" providerId="ADAL" clId="{3FA9E516-DEF4-4A30-B493-6A5907EF75FA}" dt="2024-01-15T18:24:01.660" v="26067" actId="20577"/>
        <pc:sldMkLst>
          <pc:docMk/>
          <pc:sldMk cId="3550880084" sldId="350"/>
        </pc:sldMkLst>
      </pc:sldChg>
      <pc:sldChg chg="addSp modSp new mod">
        <pc:chgData name="Mackay, Taylor" userId="75bcf993-1f45-479e-826e-57ea5156856d" providerId="ADAL" clId="{3FA9E516-DEF4-4A30-B493-6A5907EF75FA}" dt="2024-01-05T23:22:52.067" v="18084" actId="1076"/>
        <pc:sldMkLst>
          <pc:docMk/>
          <pc:sldMk cId="3098677590" sldId="351"/>
        </pc:sldMkLst>
      </pc:sldChg>
      <pc:sldChg chg="modSp new del mod ord">
        <pc:chgData name="Mackay, Taylor" userId="75bcf993-1f45-479e-826e-57ea5156856d" providerId="ADAL" clId="{3FA9E516-DEF4-4A30-B493-6A5907EF75FA}" dt="2024-01-08T22:30:55.464" v="25252" actId="18676"/>
        <pc:sldMkLst>
          <pc:docMk/>
          <pc:sldMk cId="1985849739" sldId="352"/>
        </pc:sldMkLst>
      </pc:sldChg>
      <pc:sldChg chg="addSp delSp modSp new del mod ord">
        <pc:chgData name="Mackay, Taylor" userId="75bcf993-1f45-479e-826e-57ea5156856d" providerId="ADAL" clId="{3FA9E516-DEF4-4A30-B493-6A5907EF75FA}" dt="2024-01-08T22:30:23.878" v="25251" actId="18676"/>
        <pc:sldMkLst>
          <pc:docMk/>
          <pc:sldMk cId="1445897145" sldId="353"/>
        </pc:sldMkLst>
      </pc:sldChg>
      <pc:sldChg chg="modSp new mod ord">
        <pc:chgData name="Mackay, Taylor" userId="75bcf993-1f45-479e-826e-57ea5156856d" providerId="ADAL" clId="{3FA9E516-DEF4-4A30-B493-6A5907EF75FA}" dt="2024-01-08T17:37:18.316" v="22269" actId="20577"/>
        <pc:sldMkLst>
          <pc:docMk/>
          <pc:sldMk cId="800812150" sldId="354"/>
        </pc:sldMkLst>
      </pc:sldChg>
      <pc:sldChg chg="modSp new del mod">
        <pc:chgData name="Mackay, Taylor" userId="75bcf993-1f45-479e-826e-57ea5156856d" providerId="ADAL" clId="{3FA9E516-DEF4-4A30-B493-6A5907EF75FA}" dt="2024-01-08T22:30:55.464" v="25252" actId="18676"/>
        <pc:sldMkLst>
          <pc:docMk/>
          <pc:sldMk cId="4189713182" sldId="355"/>
        </pc:sldMkLst>
      </pc:sldChg>
      <pc:sldChg chg="modSp new del mod">
        <pc:chgData name="Mackay, Taylor" userId="75bcf993-1f45-479e-826e-57ea5156856d" providerId="ADAL" clId="{3FA9E516-DEF4-4A30-B493-6A5907EF75FA}" dt="2024-01-08T22:30:55.464" v="25252" actId="18676"/>
        <pc:sldMkLst>
          <pc:docMk/>
          <pc:sldMk cId="3080664062" sldId="356"/>
        </pc:sldMkLst>
      </pc:sldChg>
      <pc:sldChg chg="modSp new del mod">
        <pc:chgData name="Mackay, Taylor" userId="75bcf993-1f45-479e-826e-57ea5156856d" providerId="ADAL" clId="{3FA9E516-DEF4-4A30-B493-6A5907EF75FA}" dt="2024-01-08T22:30:55.464" v="25252" actId="18676"/>
        <pc:sldMkLst>
          <pc:docMk/>
          <pc:sldMk cId="990664505" sldId="357"/>
        </pc:sldMkLst>
      </pc:sldChg>
      <pc:sldChg chg="addSp delSp modSp add mod ord chgLayout">
        <pc:chgData name="Mackay, Taylor" userId="75bcf993-1f45-479e-826e-57ea5156856d" providerId="ADAL" clId="{3FA9E516-DEF4-4A30-B493-6A5907EF75FA}" dt="2024-01-05T23:55:43.791" v="20683" actId="20577"/>
        <pc:sldMkLst>
          <pc:docMk/>
          <pc:sldMk cId="2237201136" sldId="358"/>
        </pc:sldMkLst>
      </pc:sldChg>
      <pc:sldChg chg="modSp add del mod">
        <pc:chgData name="Mackay, Taylor" userId="75bcf993-1f45-479e-826e-57ea5156856d" providerId="ADAL" clId="{3FA9E516-DEF4-4A30-B493-6A5907EF75FA}" dt="2024-01-08T22:30:23.878" v="25251" actId="18676"/>
        <pc:sldMkLst>
          <pc:docMk/>
          <pc:sldMk cId="1494816828" sldId="359"/>
        </pc:sldMkLst>
      </pc:sldChg>
      <pc:sldChg chg="addSp modSp new mod ord">
        <pc:chgData name="Mackay, Taylor" userId="75bcf993-1f45-479e-826e-57ea5156856d" providerId="ADAL" clId="{3FA9E516-DEF4-4A30-B493-6A5907EF75FA}" dt="2024-01-08T22:09:59.357" v="22434" actId="20577"/>
        <pc:sldMkLst>
          <pc:docMk/>
          <pc:sldMk cId="3501221351" sldId="360"/>
        </pc:sldMkLst>
      </pc:sldChg>
      <pc:sldChg chg="modSp new mod ord">
        <pc:chgData name="Mackay, Taylor" userId="75bcf993-1f45-479e-826e-57ea5156856d" providerId="ADAL" clId="{3FA9E516-DEF4-4A30-B493-6A5907EF75FA}" dt="2024-01-08T22:34:03.892" v="25271" actId="13926"/>
        <pc:sldMkLst>
          <pc:docMk/>
          <pc:sldMk cId="3426448328" sldId="361"/>
        </pc:sldMkLst>
      </pc:sldChg>
      <pc:sldChg chg="addSp modSp new mod ord modAnim">
        <pc:chgData name="Mackay, Taylor" userId="75bcf993-1f45-479e-826e-57ea5156856d" providerId="ADAL" clId="{3FA9E516-DEF4-4A30-B493-6A5907EF75FA}" dt="2024-01-08T22:34:40.649" v="25273" actId="13926"/>
        <pc:sldMkLst>
          <pc:docMk/>
          <pc:sldMk cId="1747853122" sldId="362"/>
        </pc:sldMkLst>
      </pc:sldChg>
      <pc:sldChg chg="modSp add mod ord modAnim">
        <pc:chgData name="Mackay, Taylor" userId="75bcf993-1f45-479e-826e-57ea5156856d" providerId="ADAL" clId="{3FA9E516-DEF4-4A30-B493-6A5907EF75FA}" dt="2024-01-05T23:59:44.055" v="21073"/>
        <pc:sldMkLst>
          <pc:docMk/>
          <pc:sldMk cId="214578674" sldId="363"/>
        </pc:sldMkLst>
      </pc:sldChg>
      <pc:sldChg chg="addSp delSp modSp new mod setBg">
        <pc:chgData name="Mackay, Taylor" userId="75bcf993-1f45-479e-826e-57ea5156856d" providerId="ADAL" clId="{3FA9E516-DEF4-4A30-B493-6A5907EF75FA}" dt="2024-01-08T17:34:36.829" v="22215"/>
        <pc:sldMkLst>
          <pc:docMk/>
          <pc:sldMk cId="1214800337" sldId="364"/>
        </pc:sldMkLst>
      </pc:sldChg>
      <pc:sldChg chg="addSp delSp modSp new mod chgLayout">
        <pc:chgData name="Mackay, Taylor" userId="75bcf993-1f45-479e-826e-57ea5156856d" providerId="ADAL" clId="{3FA9E516-DEF4-4A30-B493-6A5907EF75FA}" dt="2024-01-08T22:31:50.028" v="25254" actId="13926"/>
        <pc:sldMkLst>
          <pc:docMk/>
          <pc:sldMk cId="3113910123" sldId="365"/>
        </pc:sldMkLst>
      </pc:sldChg>
      <pc:sldChg chg="addSp delSp modSp add mod">
        <pc:chgData name="Mackay, Taylor" userId="75bcf993-1f45-479e-826e-57ea5156856d" providerId="ADAL" clId="{3FA9E516-DEF4-4A30-B493-6A5907EF75FA}" dt="2024-01-05T23:24:05.524" v="18105" actId="20577"/>
        <pc:sldMkLst>
          <pc:docMk/>
          <pc:sldMk cId="3726859303" sldId="366"/>
        </pc:sldMkLst>
      </pc:sldChg>
      <pc:sldChg chg="modSp add mod ord">
        <pc:chgData name="Mackay, Taylor" userId="75bcf993-1f45-479e-826e-57ea5156856d" providerId="ADAL" clId="{3FA9E516-DEF4-4A30-B493-6A5907EF75FA}" dt="2024-01-08T22:09:06.125" v="22397" actId="20577"/>
        <pc:sldMkLst>
          <pc:docMk/>
          <pc:sldMk cId="826456016" sldId="367"/>
        </pc:sldMkLst>
      </pc:sldChg>
      <pc:sldChg chg="addSp modSp new mod modAnim">
        <pc:chgData name="Mackay, Taylor" userId="75bcf993-1f45-479e-826e-57ea5156856d" providerId="ADAL" clId="{3FA9E516-DEF4-4A30-B493-6A5907EF75FA}" dt="2024-01-08T22:33:24.157" v="25269"/>
        <pc:sldMkLst>
          <pc:docMk/>
          <pc:sldMk cId="1348811510" sldId="368"/>
        </pc:sldMkLst>
      </pc:sldChg>
      <pc:sldChg chg="addSp modSp new mod ord">
        <pc:chgData name="Mackay, Taylor" userId="75bcf993-1f45-479e-826e-57ea5156856d" providerId="ADAL" clId="{3FA9E516-DEF4-4A30-B493-6A5907EF75FA}" dt="2024-01-08T22:09:48.531" v="22432" actId="20577"/>
        <pc:sldMkLst>
          <pc:docMk/>
          <pc:sldMk cId="1069254184" sldId="369"/>
        </pc:sldMkLst>
      </pc:sldChg>
      <pc:sldChg chg="modSp add mod ord modAnim">
        <pc:chgData name="Mackay, Taylor" userId="75bcf993-1f45-479e-826e-57ea5156856d" providerId="ADAL" clId="{3FA9E516-DEF4-4A30-B493-6A5907EF75FA}" dt="2024-01-08T22:34:29.956" v="25272" actId="13926"/>
        <pc:sldMkLst>
          <pc:docMk/>
          <pc:sldMk cId="3851788329" sldId="370"/>
        </pc:sldMkLst>
      </pc:sldChg>
      <pc:sldChg chg="addSp modSp add mod modAnim">
        <pc:chgData name="Mackay, Taylor" userId="75bcf993-1f45-479e-826e-57ea5156856d" providerId="ADAL" clId="{3FA9E516-DEF4-4A30-B493-6A5907EF75FA}" dt="2024-01-08T22:27:06.525" v="24853"/>
        <pc:sldMkLst>
          <pc:docMk/>
          <pc:sldMk cId="1074553445" sldId="371"/>
        </pc:sldMkLst>
      </pc:sldChg>
    </pc:docChg>
  </pc:docChgLst>
  <pc:docChgLst>
    <pc:chgData name="Mackay, Taylor" userId="75bcf993-1f45-479e-826e-57ea5156856d" providerId="ADAL" clId="{D0D306A7-FFFA-49A9-B830-67128504449B}"/>
    <pc:docChg chg="undo custSel addSld delSld modSld sldOrd">
      <pc:chgData name="Mackay, Taylor" userId="75bcf993-1f45-479e-826e-57ea5156856d" providerId="ADAL" clId="{D0D306A7-FFFA-49A9-B830-67128504449B}" dt="2023-02-14T02:35:37.037" v="16493" actId="20577"/>
      <pc:docMkLst>
        <pc:docMk/>
      </pc:docMkLst>
      <pc:sldChg chg="modSp mod">
        <pc:chgData name="Mackay, Taylor" userId="75bcf993-1f45-479e-826e-57ea5156856d" providerId="ADAL" clId="{D0D306A7-FFFA-49A9-B830-67128504449B}" dt="2023-02-14T01:30:12.559" v="16438" actId="20577"/>
        <pc:sldMkLst>
          <pc:docMk/>
          <pc:sldMk cId="2862530943" sldId="257"/>
        </pc:sldMkLst>
      </pc:sldChg>
      <pc:sldChg chg="del">
        <pc:chgData name="Mackay, Taylor" userId="75bcf993-1f45-479e-826e-57ea5156856d" providerId="ADAL" clId="{D0D306A7-FFFA-49A9-B830-67128504449B}" dt="2023-02-10T18:42:07.893" v="716" actId="47"/>
        <pc:sldMkLst>
          <pc:docMk/>
          <pc:sldMk cId="2589465733" sldId="267"/>
        </pc:sldMkLst>
      </pc:sldChg>
      <pc:sldChg chg="modSp del mod">
        <pc:chgData name="Mackay, Taylor" userId="75bcf993-1f45-479e-826e-57ea5156856d" providerId="ADAL" clId="{D0D306A7-FFFA-49A9-B830-67128504449B}" dt="2023-02-14T01:48:01.108" v="16441" actId="2696"/>
        <pc:sldMkLst>
          <pc:docMk/>
          <pc:sldMk cId="332939761" sldId="271"/>
        </pc:sldMkLst>
      </pc:sldChg>
      <pc:sldChg chg="add del">
        <pc:chgData name="Mackay, Taylor" userId="75bcf993-1f45-479e-826e-57ea5156856d" providerId="ADAL" clId="{D0D306A7-FFFA-49A9-B830-67128504449B}" dt="2023-02-14T01:27:44.547" v="16340" actId="47"/>
        <pc:sldMkLst>
          <pc:docMk/>
          <pc:sldMk cId="2421935447" sldId="272"/>
        </pc:sldMkLst>
      </pc:sldChg>
      <pc:sldChg chg="del">
        <pc:chgData name="Mackay, Taylor" userId="75bcf993-1f45-479e-826e-57ea5156856d" providerId="ADAL" clId="{D0D306A7-FFFA-49A9-B830-67128504449B}" dt="2023-02-14T01:27:44.547" v="16340" actId="47"/>
        <pc:sldMkLst>
          <pc:docMk/>
          <pc:sldMk cId="626969732" sldId="273"/>
        </pc:sldMkLst>
      </pc:sldChg>
      <pc:sldChg chg="del">
        <pc:chgData name="Mackay, Taylor" userId="75bcf993-1f45-479e-826e-57ea5156856d" providerId="ADAL" clId="{D0D306A7-FFFA-49A9-B830-67128504449B}" dt="2023-02-10T18:42:11.229" v="718" actId="47"/>
        <pc:sldMkLst>
          <pc:docMk/>
          <pc:sldMk cId="3545856697" sldId="274"/>
        </pc:sldMkLst>
      </pc:sldChg>
      <pc:sldChg chg="del">
        <pc:chgData name="Mackay, Taylor" userId="75bcf993-1f45-479e-826e-57ea5156856d" providerId="ADAL" clId="{D0D306A7-FFFA-49A9-B830-67128504449B}" dt="2023-02-10T18:42:09.975" v="717" actId="47"/>
        <pc:sldMkLst>
          <pc:docMk/>
          <pc:sldMk cId="1402103338" sldId="276"/>
        </pc:sldMkLst>
      </pc:sldChg>
      <pc:sldChg chg="del">
        <pc:chgData name="Mackay, Taylor" userId="75bcf993-1f45-479e-826e-57ea5156856d" providerId="ADAL" clId="{D0D306A7-FFFA-49A9-B830-67128504449B}" dt="2023-02-10T18:42:13.312" v="720" actId="47"/>
        <pc:sldMkLst>
          <pc:docMk/>
          <pc:sldMk cId="1613684015" sldId="279"/>
        </pc:sldMkLst>
      </pc:sldChg>
      <pc:sldChg chg="del">
        <pc:chgData name="Mackay, Taylor" userId="75bcf993-1f45-479e-826e-57ea5156856d" providerId="ADAL" clId="{D0D306A7-FFFA-49A9-B830-67128504449B}" dt="2023-02-10T18:42:12.409" v="719" actId="47"/>
        <pc:sldMkLst>
          <pc:docMk/>
          <pc:sldMk cId="3722081375" sldId="280"/>
        </pc:sldMkLst>
      </pc:sldChg>
      <pc:sldChg chg="del">
        <pc:chgData name="Mackay, Taylor" userId="75bcf993-1f45-479e-826e-57ea5156856d" providerId="ADAL" clId="{D0D306A7-FFFA-49A9-B830-67128504449B}" dt="2023-02-10T18:42:14.457" v="721" actId="47"/>
        <pc:sldMkLst>
          <pc:docMk/>
          <pc:sldMk cId="1209214396" sldId="281"/>
        </pc:sldMkLst>
      </pc:sldChg>
      <pc:sldChg chg="del">
        <pc:chgData name="Mackay, Taylor" userId="75bcf993-1f45-479e-826e-57ea5156856d" providerId="ADAL" clId="{D0D306A7-FFFA-49A9-B830-67128504449B}" dt="2023-02-10T18:42:16.161" v="722" actId="47"/>
        <pc:sldMkLst>
          <pc:docMk/>
          <pc:sldMk cId="1398084350" sldId="282"/>
        </pc:sldMkLst>
      </pc:sldChg>
      <pc:sldChg chg="del">
        <pc:chgData name="Mackay, Taylor" userId="75bcf993-1f45-479e-826e-57ea5156856d" providerId="ADAL" clId="{D0D306A7-FFFA-49A9-B830-67128504449B}" dt="2023-02-10T18:42:23.752" v="724" actId="47"/>
        <pc:sldMkLst>
          <pc:docMk/>
          <pc:sldMk cId="3501093796" sldId="283"/>
        </pc:sldMkLst>
      </pc:sldChg>
      <pc:sldChg chg="del">
        <pc:chgData name="Mackay, Taylor" userId="75bcf993-1f45-479e-826e-57ea5156856d" providerId="ADAL" clId="{D0D306A7-FFFA-49A9-B830-67128504449B}" dt="2023-02-10T18:42:21.889" v="723" actId="47"/>
        <pc:sldMkLst>
          <pc:docMk/>
          <pc:sldMk cId="187237005" sldId="284"/>
        </pc:sldMkLst>
      </pc:sldChg>
      <pc:sldChg chg="del">
        <pc:chgData name="Mackay, Taylor" userId="75bcf993-1f45-479e-826e-57ea5156856d" providerId="ADAL" clId="{D0D306A7-FFFA-49A9-B830-67128504449B}" dt="2023-02-14T00:17:59.474" v="16337" actId="47"/>
        <pc:sldMkLst>
          <pc:docMk/>
          <pc:sldMk cId="3172083768" sldId="285"/>
        </pc:sldMkLst>
      </pc:sldChg>
      <pc:sldChg chg="del">
        <pc:chgData name="Mackay, Taylor" userId="75bcf993-1f45-479e-826e-57ea5156856d" providerId="ADAL" clId="{D0D306A7-FFFA-49A9-B830-67128504449B}" dt="2023-02-14T00:17:55.355" v="16336" actId="47"/>
        <pc:sldMkLst>
          <pc:docMk/>
          <pc:sldMk cId="4130825595" sldId="286"/>
        </pc:sldMkLst>
      </pc:sldChg>
      <pc:sldChg chg="modSp mod">
        <pc:chgData name="Mackay, Taylor" userId="75bcf993-1f45-479e-826e-57ea5156856d" providerId="ADAL" clId="{D0D306A7-FFFA-49A9-B830-67128504449B}" dt="2023-02-10T19:11:44.413" v="3637" actId="20577"/>
        <pc:sldMkLst>
          <pc:docMk/>
          <pc:sldMk cId="660501267" sldId="287"/>
        </pc:sldMkLst>
      </pc:sldChg>
      <pc:sldChg chg="modSp new mod ord">
        <pc:chgData name="Mackay, Taylor" userId="75bcf993-1f45-479e-826e-57ea5156856d" providerId="ADAL" clId="{D0D306A7-FFFA-49A9-B830-67128504449B}" dt="2023-02-13T23:35:02.678" v="15106" actId="20577"/>
        <pc:sldMkLst>
          <pc:docMk/>
          <pc:sldMk cId="2267134607" sldId="288"/>
        </pc:sldMkLst>
      </pc:sldChg>
      <pc:sldChg chg="modSp new mod ord">
        <pc:chgData name="Mackay, Taylor" userId="75bcf993-1f45-479e-826e-57ea5156856d" providerId="ADAL" clId="{D0D306A7-FFFA-49A9-B830-67128504449B}" dt="2023-02-13T23:01:01.896" v="13601"/>
        <pc:sldMkLst>
          <pc:docMk/>
          <pc:sldMk cId="1180549098" sldId="289"/>
        </pc:sldMkLst>
      </pc:sldChg>
      <pc:sldChg chg="new del">
        <pc:chgData name="Mackay, Taylor" userId="75bcf993-1f45-479e-826e-57ea5156856d" providerId="ADAL" clId="{D0D306A7-FFFA-49A9-B830-67128504449B}" dt="2023-02-10T19:07:49.854" v="3332" actId="47"/>
        <pc:sldMkLst>
          <pc:docMk/>
          <pc:sldMk cId="608359691" sldId="290"/>
        </pc:sldMkLst>
      </pc:sldChg>
      <pc:sldChg chg="addSp delSp modSp add mod ord">
        <pc:chgData name="Mackay, Taylor" userId="75bcf993-1f45-479e-826e-57ea5156856d" providerId="ADAL" clId="{D0D306A7-FFFA-49A9-B830-67128504449B}" dt="2023-02-13T23:35:38.528" v="15138" actId="27636"/>
        <pc:sldMkLst>
          <pc:docMk/>
          <pc:sldMk cId="2151785239" sldId="291"/>
        </pc:sldMkLst>
      </pc:sldChg>
      <pc:sldChg chg="modSp new mod">
        <pc:chgData name="Mackay, Taylor" userId="75bcf993-1f45-479e-826e-57ea5156856d" providerId="ADAL" clId="{D0D306A7-FFFA-49A9-B830-67128504449B}" dt="2023-02-13T05:43:20.625" v="7630" actId="20577"/>
        <pc:sldMkLst>
          <pc:docMk/>
          <pc:sldMk cId="4275852074" sldId="292"/>
        </pc:sldMkLst>
      </pc:sldChg>
      <pc:sldChg chg="modSp new mod">
        <pc:chgData name="Mackay, Taylor" userId="75bcf993-1f45-479e-826e-57ea5156856d" providerId="ADAL" clId="{D0D306A7-FFFA-49A9-B830-67128504449B}" dt="2023-02-13T23:02:28.084" v="13613" actId="20577"/>
        <pc:sldMkLst>
          <pc:docMk/>
          <pc:sldMk cId="41474094" sldId="293"/>
        </pc:sldMkLst>
      </pc:sldChg>
      <pc:sldChg chg="modSp new mod">
        <pc:chgData name="Mackay, Taylor" userId="75bcf993-1f45-479e-826e-57ea5156856d" providerId="ADAL" clId="{D0D306A7-FFFA-49A9-B830-67128504449B}" dt="2023-02-13T23:02:44.349" v="13645" actId="20577"/>
        <pc:sldMkLst>
          <pc:docMk/>
          <pc:sldMk cId="1199384344" sldId="294"/>
        </pc:sldMkLst>
      </pc:sldChg>
      <pc:sldChg chg="modSp new mod ord">
        <pc:chgData name="Mackay, Taylor" userId="75bcf993-1f45-479e-826e-57ea5156856d" providerId="ADAL" clId="{D0D306A7-FFFA-49A9-B830-67128504449B}" dt="2023-02-14T00:14:44.097" v="16335" actId="20577"/>
        <pc:sldMkLst>
          <pc:docMk/>
          <pc:sldMk cId="13000550" sldId="295"/>
        </pc:sldMkLst>
      </pc:sldChg>
      <pc:sldChg chg="addSp delSp modSp new del mod">
        <pc:chgData name="Mackay, Taylor" userId="75bcf993-1f45-479e-826e-57ea5156856d" providerId="ADAL" clId="{D0D306A7-FFFA-49A9-B830-67128504449B}" dt="2023-02-13T06:11:12.234" v="10686" actId="47"/>
        <pc:sldMkLst>
          <pc:docMk/>
          <pc:sldMk cId="1634660731" sldId="296"/>
        </pc:sldMkLst>
      </pc:sldChg>
      <pc:sldChg chg="addSp delSp modSp add mod">
        <pc:chgData name="Mackay, Taylor" userId="75bcf993-1f45-479e-826e-57ea5156856d" providerId="ADAL" clId="{D0D306A7-FFFA-49A9-B830-67128504449B}" dt="2023-02-13T23:03:11.135" v="13648" actId="20577"/>
        <pc:sldMkLst>
          <pc:docMk/>
          <pc:sldMk cId="2777561145" sldId="297"/>
        </pc:sldMkLst>
      </pc:sldChg>
      <pc:sldChg chg="modSp add mod">
        <pc:chgData name="Mackay, Taylor" userId="75bcf993-1f45-479e-826e-57ea5156856d" providerId="ADAL" clId="{D0D306A7-FFFA-49A9-B830-67128504449B}" dt="2023-02-14T01:43:43.828" v="16440" actId="313"/>
        <pc:sldMkLst>
          <pc:docMk/>
          <pc:sldMk cId="4163816643" sldId="298"/>
        </pc:sldMkLst>
      </pc:sldChg>
      <pc:sldChg chg="modSp new mod ord">
        <pc:chgData name="Mackay, Taylor" userId="75bcf993-1f45-479e-826e-57ea5156856d" providerId="ADAL" clId="{D0D306A7-FFFA-49A9-B830-67128504449B}" dt="2023-02-14T00:09:27.989" v="16027" actId="20577"/>
        <pc:sldMkLst>
          <pc:docMk/>
          <pc:sldMk cId="3586975782" sldId="299"/>
        </pc:sldMkLst>
      </pc:sldChg>
      <pc:sldChg chg="modSp add mod">
        <pc:chgData name="Mackay, Taylor" userId="75bcf993-1f45-479e-826e-57ea5156856d" providerId="ADAL" clId="{D0D306A7-FFFA-49A9-B830-67128504449B}" dt="2023-02-13T23:15:05.508" v="15023" actId="20577"/>
        <pc:sldMkLst>
          <pc:docMk/>
          <pc:sldMk cId="4047468733" sldId="300"/>
        </pc:sldMkLst>
      </pc:sldChg>
      <pc:sldChg chg="modSp new mod">
        <pc:chgData name="Mackay, Taylor" userId="75bcf993-1f45-479e-826e-57ea5156856d" providerId="ADAL" clId="{D0D306A7-FFFA-49A9-B830-67128504449B}" dt="2023-02-14T00:13:15.716" v="16334" actId="207"/>
        <pc:sldMkLst>
          <pc:docMk/>
          <pc:sldMk cId="3284996468" sldId="301"/>
        </pc:sldMkLst>
      </pc:sldChg>
      <pc:sldChg chg="addSp delSp modSp new mod modClrScheme chgLayout">
        <pc:chgData name="Mackay, Taylor" userId="75bcf993-1f45-479e-826e-57ea5156856d" providerId="ADAL" clId="{D0D306A7-FFFA-49A9-B830-67128504449B}" dt="2023-02-14T02:35:37.037" v="16493" actId="20577"/>
        <pc:sldMkLst>
          <pc:docMk/>
          <pc:sldMk cId="2844816311" sldId="302"/>
        </pc:sldMkLst>
      </pc:sldChg>
      <pc:sldMasterChg chg="delSldLayout">
        <pc:chgData name="Mackay, Taylor" userId="75bcf993-1f45-479e-826e-57ea5156856d" providerId="ADAL" clId="{D0D306A7-FFFA-49A9-B830-67128504449B}" dt="2023-02-14T01:27:44.547" v="16340" actId="47"/>
        <pc:sldMasterMkLst>
          <pc:docMk/>
          <pc:sldMasterMk cId="0" sldId="2147483659"/>
        </pc:sldMasterMkLst>
        <pc:sldLayoutChg chg="del">
          <pc:chgData name="Mackay, Taylor" userId="75bcf993-1f45-479e-826e-57ea5156856d" providerId="ADAL" clId="{D0D306A7-FFFA-49A9-B830-67128504449B}" dt="2023-02-10T18:42:12.409" v="719" actId="47"/>
          <pc:sldLayoutMkLst>
            <pc:docMk/>
            <pc:sldMasterMk cId="0" sldId="2147483659"/>
            <pc:sldLayoutMk cId="0" sldId="2147483651"/>
          </pc:sldLayoutMkLst>
        </pc:sldLayoutChg>
        <pc:sldLayoutChg chg="del">
          <pc:chgData name="Mackay, Taylor" userId="75bcf993-1f45-479e-826e-57ea5156856d" providerId="ADAL" clId="{D0D306A7-FFFA-49A9-B830-67128504449B}" dt="2023-02-14T01:27:44.547" v="16340" actId="47"/>
          <pc:sldLayoutMkLst>
            <pc:docMk/>
            <pc:sldMasterMk cId="0" sldId="2147483659"/>
            <pc:sldLayoutMk cId="0" sldId="214748365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0B457-77C3-4112-8806-854D96FA997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A27A2-2904-4001-B1D0-B7B75D160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42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B0604020202020204" charset="0"/>
            </a:endParaRPr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 sz="4000" b="0">
                <a:solidFill>
                  <a:schemeClr val="accent4"/>
                </a:solidFill>
                <a:latin typeface="Book Antiqua" panose="02040602050305030304" pitchFamily="18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200">
                <a:solidFill>
                  <a:schemeClr val="accent4"/>
                </a:solidFill>
                <a:latin typeface="Lato" panose="020B0604020202020204" charset="0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  <a:latin typeface="Lato" panose="020B0604020202020204" charset="0"/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accent1">
            <a:lumMod val="90000"/>
          </a:schemeClr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1">
            <a:lumMod val="90000"/>
          </a:schemeClr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Book Antiqua" panose="02040602050305030304" pitchFamily="18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  <a:defRPr>
                <a:solidFill>
                  <a:schemeClr val="accent4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○"/>
              <a:defRPr>
                <a:solidFill>
                  <a:schemeClr val="accent4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■"/>
              <a:defRPr>
                <a:solidFill>
                  <a:schemeClr val="accent4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>
                <a:solidFill>
                  <a:schemeClr val="accent4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○"/>
              <a:defRPr>
                <a:solidFill>
                  <a:schemeClr val="accent4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■"/>
              <a:defRPr>
                <a:solidFill>
                  <a:schemeClr val="accent4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>
                <a:solidFill>
                  <a:schemeClr val="accent4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○"/>
              <a:defRPr>
                <a:solidFill>
                  <a:schemeClr val="accent4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■"/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1">
            <a:lumMod val="90000"/>
          </a:schemeClr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>
                <a:latin typeface="Lato" panose="020B060402020202020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Lato" panose="020B0604020202020204" charset="0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1">
            <a:lumMod val="90000"/>
          </a:schemeClr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paperback">
    <p:bg>
      <p:bgPr>
        <a:solidFill>
          <a:schemeClr val="accent1">
            <a:lumMod val="90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roid Serif"/>
              <a:buNone/>
              <a:defRPr sz="3000" b="1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r>
              <a:rPr lang="en-US" b="0">
                <a:effectLst/>
              </a:rPr>
              <a:t> </a:t>
            </a: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7" r:id="rId4"/>
    <p:sldLayoutId id="2147483658" r:id="rId5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 panose="020B0604020202020204" charset="0"/>
          <a:ea typeface="Lato" panose="020B0604020202020204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00" b="0" i="0" u="none" strike="noStrike" cap="none">
          <a:solidFill>
            <a:srgbClr val="000000"/>
          </a:solidFill>
          <a:latin typeface="Lato" panose="020B0604020202020204" charset="0"/>
          <a:ea typeface="Lato" panose="020B0604020202020204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mackay@fullerton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E4C64-C748-16AC-EB9E-8EBC9C4A23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The Economic Implications of Housing Supply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132C3-EC1A-0947-5CC7-BA95C86077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600" dirty="0"/>
              <a:t>Glaeser and </a:t>
            </a:r>
            <a:r>
              <a:rPr lang="en-US" sz="2600" dirty="0" err="1"/>
              <a:t>Gyourko</a:t>
            </a:r>
            <a:r>
              <a:rPr lang="en-US" sz="2600" dirty="0"/>
              <a:t> (2018) || ECON 490</a:t>
            </a:r>
          </a:p>
          <a:p>
            <a:r>
              <a:rPr lang="en-US" sz="1400" dirty="0"/>
              <a:t>Taylor Mackay || Email: </a:t>
            </a:r>
            <a:r>
              <a:rPr lang="en-US" sz="1400" dirty="0">
                <a:hlinkClick r:id="rId2"/>
              </a:rPr>
              <a:t>tmackay@fullerton.edu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21553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4636DA-ACCB-B834-8BAD-B4048109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Slides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C5F21-F4CC-E506-D619-A7C46E947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114300" indent="0">
              <a:buNone/>
            </a:pPr>
            <a:r>
              <a:rPr lang="en-US" dirty="0"/>
              <a:t>In these slides, we'll discuss:</a:t>
            </a:r>
          </a:p>
          <a:p>
            <a:pPr marL="457200" indent="-342900">
              <a:buFont typeface="+mj-lt"/>
              <a:buAutoNum type="arabicPeriod"/>
            </a:pPr>
            <a:r>
              <a:rPr lang="en-US" dirty="0"/>
              <a:t>How the paper thinks about the price of housing</a:t>
            </a:r>
          </a:p>
          <a:p>
            <a:pPr marL="457200" indent="-342900">
              <a:buFont typeface="+mj-lt"/>
              <a:buAutoNum type="arabicPeriod"/>
            </a:pPr>
            <a:r>
              <a:rPr lang="en-US" dirty="0"/>
              <a:t>Housing supply across the U.S.</a:t>
            </a:r>
          </a:p>
          <a:p>
            <a:pPr marL="457200" indent="-342900">
              <a:buFont typeface="+mj-lt"/>
              <a:buAutoNum type="arabicPeriod"/>
            </a:pPr>
            <a:r>
              <a:rPr lang="en-US" dirty="0"/>
              <a:t>Economic consequences of restricted supply</a:t>
            </a:r>
          </a:p>
          <a:p>
            <a:pPr marL="457200" indent="-342900">
              <a:buFont typeface="+mj-lt"/>
              <a:buAutoNum type="arabicPeriod"/>
            </a:pPr>
            <a:r>
              <a:rPr lang="en-US" dirty="0"/>
              <a:t>The political economy of housing reform</a:t>
            </a:r>
          </a:p>
        </p:txBody>
      </p:sp>
    </p:spTree>
    <p:extLst>
      <p:ext uri="{BB962C8B-B14F-4D97-AF65-F5344CB8AC3E}">
        <p14:creationId xmlns:p14="http://schemas.microsoft.com/office/powerpoint/2010/main" val="2828601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4636DA-ACCB-B834-8BAD-B4048109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Central Question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C5F21-F4CC-E506-D619-A7C46E947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Why are some cities so expensive while others aren't?</a:t>
            </a:r>
          </a:p>
          <a:p>
            <a:r>
              <a:rPr lang="en-US" dirty="0"/>
              <a:t>Glaeser and Gyourko's answer = </a:t>
            </a:r>
            <a:r>
              <a:rPr lang="en-US" b="1" i="1" dirty="0"/>
              <a:t>regulation-constrained supply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Paper provides:</a:t>
            </a:r>
          </a:p>
          <a:p>
            <a:r>
              <a:rPr lang="en-US" dirty="0"/>
              <a:t>A way to measure how housing markets are performing</a:t>
            </a:r>
          </a:p>
          <a:p>
            <a:r>
              <a:rPr lang="en-US" dirty="0"/>
              <a:t>An analysis of what happens when housing markets fail to perform well</a:t>
            </a:r>
          </a:p>
        </p:txBody>
      </p:sp>
    </p:spTree>
    <p:extLst>
      <p:ext uri="{BB962C8B-B14F-4D97-AF65-F5344CB8AC3E}">
        <p14:creationId xmlns:p14="http://schemas.microsoft.com/office/powerpoint/2010/main" val="2828601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4636DA-ACCB-B834-8BAD-B4048109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Tobin's q for Housing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C5F21-F4CC-E506-D619-A7C46E947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Intuitively, paper measures value of assets relative to replacement cost:</a:t>
            </a:r>
          </a:p>
          <a:p>
            <a:pPr marL="114300" indent="0">
              <a:buNone/>
            </a:pPr>
            <a:endParaRPr lang="en-US" dirty="0"/>
          </a:p>
          <a:p>
            <a:pPr marL="114300" indent="0" algn="ctr">
              <a:buNone/>
            </a:pPr>
            <a:r>
              <a:rPr lang="en-US" b="1" dirty="0">
                <a:highlight>
                  <a:srgbClr val="FFFF00"/>
                </a:highlight>
              </a:rPr>
              <a:t>P/MPPC = Housing Price ÷ Minimum Profitable Production Cost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b="1" dirty="0"/>
              <a:t>MPPC</a:t>
            </a:r>
            <a:r>
              <a:rPr lang="en-US" dirty="0"/>
              <a:t> = what it actually costs to build a house (land, materials, labor, etc.)</a:t>
            </a:r>
          </a:p>
          <a:p>
            <a:r>
              <a:rPr lang="en-US" b="1" dirty="0"/>
              <a:t>P/MPPC &gt; 1</a:t>
            </a:r>
            <a:r>
              <a:rPr lang="en-US" dirty="0"/>
              <a:t> suggests something is preventing new construction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prices exceed costs but builders aren't building, something's wrong</a:t>
            </a:r>
          </a:p>
        </p:txBody>
      </p:sp>
    </p:spTree>
    <p:extLst>
      <p:ext uri="{BB962C8B-B14F-4D97-AF65-F5344CB8AC3E}">
        <p14:creationId xmlns:p14="http://schemas.microsoft.com/office/powerpoint/2010/main" val="2828601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4636DA-ACCB-B834-8BAD-B4048109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Goes Into MPPC?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C5F21-F4CC-E506-D619-A7C46E947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700" b="1" dirty="0"/>
              <a:t>Physical construction costs:</a:t>
            </a:r>
          </a:p>
          <a:p>
            <a:r>
              <a:rPr lang="en-US" sz="1700" i="1" dirty="0"/>
              <a:t>RS Means data: </a:t>
            </a:r>
            <a:r>
              <a:rPr lang="en-US" sz="1700" dirty="0"/>
              <a:t>roughly $70–$95/sq ft depending on market (economy-quality)</a:t>
            </a:r>
          </a:p>
          <a:p>
            <a:r>
              <a:rPr lang="en-US" sz="1700" dirty="0"/>
              <a:t>Varies some by region, but not dramatically</a:t>
            </a:r>
          </a:p>
          <a:p>
            <a:pPr marL="114300" indent="0">
              <a:buNone/>
            </a:pPr>
            <a:endParaRPr lang="en-US" sz="1700" dirty="0"/>
          </a:p>
          <a:p>
            <a:pPr marL="114300" indent="0">
              <a:buNone/>
            </a:pPr>
            <a:r>
              <a:rPr lang="en-US" sz="1700" b="1" dirty="0"/>
              <a:t>Land costs:</a:t>
            </a:r>
          </a:p>
          <a:p>
            <a:r>
              <a:rPr lang="en-US" sz="1700" dirty="0"/>
              <a:t>Vacant land sales rarely observed; imputed as 20% of (land + construction) via builder surveys</a:t>
            </a:r>
          </a:p>
          <a:p>
            <a:pPr marL="114300" indent="0">
              <a:buNone/>
            </a:pPr>
            <a:endParaRPr lang="en-US" sz="1700" dirty="0"/>
          </a:p>
          <a:p>
            <a:pPr marL="114300" indent="0">
              <a:buNone/>
            </a:pPr>
            <a:r>
              <a:rPr lang="en-US" sz="1700" b="1" dirty="0"/>
              <a:t>Normal profit margin:</a:t>
            </a:r>
          </a:p>
          <a:p>
            <a:r>
              <a:rPr lang="en-US" sz="1700" dirty="0"/>
              <a:t>Builders need ~17% markup to stay in business</a:t>
            </a:r>
          </a:p>
        </p:txBody>
      </p:sp>
    </p:spTree>
    <p:extLst>
      <p:ext uri="{BB962C8B-B14F-4D97-AF65-F5344CB8AC3E}">
        <p14:creationId xmlns:p14="http://schemas.microsoft.com/office/powerpoint/2010/main" val="2828601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4636DA-ACCB-B834-8BAD-B4048109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Useful Benchmark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C5F21-F4CC-E506-D619-A7C46E947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In a </a:t>
            </a:r>
            <a:r>
              <a:rPr lang="en-US" b="1" dirty="0"/>
              <a:t>competitive, unregulated market</a:t>
            </a:r>
            <a:r>
              <a:rPr lang="en-US" dirty="0"/>
              <a:t>, we'd expect:</a:t>
            </a:r>
          </a:p>
          <a:p>
            <a:pPr marL="114300" indent="0">
              <a:buNone/>
            </a:pPr>
            <a:endParaRPr lang="en-US" dirty="0"/>
          </a:p>
          <a:p>
            <a:pPr marL="114300" indent="0" algn="ctr">
              <a:buNone/>
            </a:pPr>
            <a:r>
              <a:rPr lang="en-US" b="1" dirty="0">
                <a:highlight>
                  <a:srgbClr val="FFFF00"/>
                </a:highlight>
              </a:rPr>
              <a:t>P/MPPC ≈ 1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Prices should hover around the cost of building new units</a:t>
            </a:r>
          </a:p>
          <a:p>
            <a:r>
              <a:rPr lang="en-US" dirty="0"/>
              <a:t>If they exceed that, builders enter, supply increases, prices decline</a:t>
            </a:r>
          </a:p>
          <a:p>
            <a:r>
              <a:rPr lang="en-US" dirty="0"/>
              <a:t>If P/MPPC stays well above 1 for years, supply is constrained</a:t>
            </a:r>
          </a:p>
        </p:txBody>
      </p:sp>
    </p:spTree>
    <p:extLst>
      <p:ext uri="{BB962C8B-B14F-4D97-AF65-F5344CB8AC3E}">
        <p14:creationId xmlns:p14="http://schemas.microsoft.com/office/powerpoint/2010/main" val="2828601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4636DA-ACCB-B834-8BAD-B4048109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Do the Data Show?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C5F21-F4CC-E506-D619-A7C46E947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71600"/>
            <a:ext cx="8520600" cy="15000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National data from 2013 show ~74% of U.S. homes priced near or below MPPC</a:t>
            </a:r>
          </a:p>
          <a:p>
            <a:r>
              <a:rPr lang="en-US" dirty="0"/>
              <a:t>These are "cheap" markets where building isn't constrained</a:t>
            </a:r>
          </a:p>
          <a:p>
            <a:r>
              <a:rPr lang="en-US" dirty="0"/>
              <a:t>Some markets, however, have higher P/MPPC ratios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00000" y="2950000"/>
          <a:ext cx="63440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Metro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P/MPPC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San Francisco–Oakland–Hayward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LA–Long Beach–Anaheim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&gt;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Oxnard–Thousand Oaks–Ventura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&gt;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8601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4636DA-ACCB-B834-8BAD-B4048109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 Types of Housing Markets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C5F21-F4CC-E506-D619-A7C46E947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71600"/>
            <a:ext cx="8520600" cy="13000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Glaeser and Gyourko define 3 types of housing markets</a:t>
            </a:r>
          </a:p>
          <a:p>
            <a:r>
              <a:rPr lang="en-US" dirty="0"/>
              <a:t>We can map this classification to ranges of P/MPPC values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1000" y="2750000"/>
          <a:ext cx="75920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Market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P/MPPC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What's Happening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Declining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Detroit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&lt;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Prices below construction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Elastic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Atlanta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≈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Supply responds to demand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Inelastic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San Francisco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&gt;&gt;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Regulation blocks 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8601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4636DA-ACCB-B834-8BAD-B4048109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California as a Special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C5F21-F4CC-E506-D619-A7C46E947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Coastal metros (especially California) dominate the high P/MPPC list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What constrains supply?</a:t>
            </a:r>
          </a:p>
          <a:p>
            <a:r>
              <a:rPr lang="en-US" b="1" dirty="0"/>
              <a:t>Zoning</a:t>
            </a:r>
            <a:r>
              <a:rPr lang="en-US" dirty="0"/>
              <a:t>: Density limits, single-family requirements</a:t>
            </a:r>
          </a:p>
          <a:p>
            <a:r>
              <a:rPr lang="en-US" b="1" dirty="0"/>
              <a:t>Local permitting</a:t>
            </a:r>
            <a:r>
              <a:rPr lang="en-US" dirty="0"/>
              <a:t>: Slow, expensive, uncertain</a:t>
            </a:r>
          </a:p>
          <a:p>
            <a:r>
              <a:rPr lang="en-US" b="1" dirty="0"/>
              <a:t>Community opposition</a:t>
            </a:r>
            <a:r>
              <a:rPr lang="en-US" dirty="0"/>
              <a:t>: NIMBYism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The authors call the gap between price and MPPC the </a:t>
            </a:r>
            <a:r>
              <a:rPr lang="en-US" b="1" dirty="0"/>
              <a:t>regulatory tax</a:t>
            </a:r>
          </a:p>
        </p:txBody>
      </p:sp>
    </p:spTree>
    <p:extLst>
      <p:ext uri="{BB962C8B-B14F-4D97-AF65-F5344CB8AC3E}">
        <p14:creationId xmlns:p14="http://schemas.microsoft.com/office/powerpoint/2010/main" val="2828601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4636DA-ACCB-B834-8BAD-B4048109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Regulatory Tax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C5F21-F4CC-E506-D619-A7C46E947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The regulatory tax is the implicit cost of all the barriers to building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For the median SF home (2013):</a:t>
            </a:r>
          </a:p>
          <a:p>
            <a:r>
              <a:rPr lang="en-US" dirty="0"/>
              <a:t>MPPC = $281,690 (construction + imputed land + 17% profit margin)</a:t>
            </a:r>
          </a:p>
          <a:p>
            <a:r>
              <a:rPr lang="en-US" dirty="0"/>
              <a:t>Market price = $800,000</a:t>
            </a:r>
          </a:p>
          <a:p>
            <a:r>
              <a:rPr lang="en-US" dirty="0"/>
              <a:t>The "regulatory tax" ≈ $518K</a:t>
            </a:r>
          </a:p>
          <a:p>
            <a:pPr lvl="1"/>
            <a:r>
              <a:rPr lang="en-US" sz="15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Paper reports this as an implied land value of ~$490K, ~10× the land value assumed in MPPC</a:t>
            </a:r>
          </a:p>
        </p:txBody>
      </p:sp>
    </p:spTree>
    <p:extLst>
      <p:ext uri="{BB962C8B-B14F-4D97-AF65-F5344CB8AC3E}">
        <p14:creationId xmlns:p14="http://schemas.microsoft.com/office/powerpoint/2010/main" val="2828601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4636DA-ACCB-B834-8BAD-B4048109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Caveat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C5F21-F4CC-E506-D619-A7C46E947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dirty="0"/>
              <a:t>The authors note that the optimal tax on housing construction is likely </a:t>
            </a:r>
            <a:r>
              <a:rPr lang="en-US" sz="1600" b="1" dirty="0"/>
              <a:t>positive</a:t>
            </a:r>
          </a:p>
          <a:p>
            <a:r>
              <a:rPr lang="en-US" sz="1600" dirty="0"/>
              <a:t>Don't we want more housing?!</a:t>
            </a:r>
          </a:p>
          <a:p>
            <a:r>
              <a:rPr lang="en-US" sz="1600" dirty="0"/>
              <a:t>In Orange County, yes, we should be building more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In general, however, construction imposes negative externalities</a:t>
            </a:r>
          </a:p>
          <a:p>
            <a:r>
              <a:rPr lang="en-US" sz="1600" dirty="0"/>
              <a:t>Traffic disruption, noise, etc. during building</a:t>
            </a:r>
          </a:p>
          <a:p>
            <a:r>
              <a:rPr lang="en-US" sz="1600" dirty="0"/>
              <a:t>Changes to built environment and service demand in longer run</a:t>
            </a:r>
          </a:p>
          <a:p>
            <a:r>
              <a:rPr lang="en-US" sz="1600" dirty="0"/>
              <a:t>In principle, tax on building gets producers to internalize these costs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>
                <a:highlight>
                  <a:srgbClr val="FFFF00"/>
                </a:highlight>
              </a:rPr>
              <a:t>Paper argues regulatory tax is much larger than likely value of these negative externalities</a:t>
            </a:r>
          </a:p>
        </p:txBody>
      </p:sp>
    </p:spTree>
    <p:extLst>
      <p:ext uri="{BB962C8B-B14F-4D97-AF65-F5344CB8AC3E}">
        <p14:creationId xmlns:p14="http://schemas.microsoft.com/office/powerpoint/2010/main" val="2828601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4636DA-ACCB-B834-8BAD-B4048109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Who Wins and Who Loses?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C5F21-F4CC-E506-D619-A7C46E947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Winners:</a:t>
            </a:r>
          </a:p>
          <a:p>
            <a:r>
              <a:rPr lang="en-US" dirty="0"/>
              <a:t>Existing homeowners (their assets appreciate)</a:t>
            </a:r>
          </a:p>
          <a:p>
            <a:r>
              <a:rPr lang="en-US" dirty="0"/>
              <a:t>Current residents who value "neighborhood character"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Losers:</a:t>
            </a:r>
          </a:p>
          <a:p>
            <a:r>
              <a:rPr lang="en-US" dirty="0"/>
              <a:t>Renters (pay higher rents) and would-be buyers (priced out)</a:t>
            </a:r>
          </a:p>
          <a:p>
            <a:r>
              <a:rPr lang="en-US" dirty="0"/>
              <a:t>Workers who'd move to productive areas but can't afford to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This has distributional consequences</a:t>
            </a:r>
          </a:p>
          <a:p>
            <a:r>
              <a:rPr lang="en-US" dirty="0"/>
              <a:t>Housing wealth becomes concentrated among those who already own</a:t>
            </a:r>
          </a:p>
        </p:txBody>
      </p:sp>
    </p:spTree>
    <p:extLst>
      <p:ext uri="{BB962C8B-B14F-4D97-AF65-F5344CB8AC3E}">
        <p14:creationId xmlns:p14="http://schemas.microsoft.com/office/powerpoint/2010/main" val="2828601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4636DA-ACCB-B834-8BAD-B4048109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Labor Misallocation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C5F21-F4CC-E506-D619-A7C46E947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High housing costs hurt the whole economy, not just individuals</a:t>
            </a:r>
          </a:p>
          <a:p>
            <a:r>
              <a:rPr lang="en-US" dirty="0"/>
              <a:t>Productive cities have high wages </a:t>
            </a:r>
            <a:r>
              <a:rPr lang="en-US" i="1" dirty="0"/>
              <a:t>because</a:t>
            </a:r>
            <a:r>
              <a:rPr lang="en-US" dirty="0"/>
              <a:t> workers are productive there</a:t>
            </a:r>
          </a:p>
          <a:p>
            <a:r>
              <a:rPr lang="en-US" dirty="0"/>
              <a:t>But workers can't afford to move there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What happens? Those workers decide to stay in less productive places</a:t>
            </a:r>
          </a:p>
          <a:p>
            <a:r>
              <a:rPr lang="en-US" dirty="0"/>
              <a:t>Overall economic output is lower than it could be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dirty="0"/>
              <a:t>Paper's back-of-the-envelope estimates find losses equal to ~0.7–2% of GDP </a:t>
            </a:r>
          </a:p>
          <a:p>
            <a:r>
              <a:rPr lang="en-US" dirty="0"/>
              <a:t>Lower end implies ~$200 billion per year in lost output (0.7% of ~$31T GDP)</a:t>
            </a:r>
          </a:p>
        </p:txBody>
      </p:sp>
    </p:spTree>
    <p:extLst>
      <p:ext uri="{BB962C8B-B14F-4D97-AF65-F5344CB8AC3E}">
        <p14:creationId xmlns:p14="http://schemas.microsoft.com/office/powerpoint/2010/main" val="2828601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4636DA-ACCB-B834-8BAD-B4048109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Barriers to Construction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C5F21-F4CC-E506-D619-A7C46E947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If restricted supply is so costly, why not just allow more building?</a:t>
            </a:r>
          </a:p>
          <a:p>
            <a:r>
              <a:rPr lang="en-US" dirty="0"/>
              <a:t>Political economy of housing reform is difficult to overcome</a:t>
            </a:r>
          </a:p>
          <a:p>
            <a:r>
              <a:rPr lang="en-US" dirty="0"/>
              <a:t>Existing homeowners have </a:t>
            </a:r>
            <a:r>
              <a:rPr lang="en-US" b="1" dirty="0"/>
              <a:t>concentrated benefits</a:t>
            </a:r>
            <a:r>
              <a:rPr lang="en-US" dirty="0"/>
              <a:t> from high prices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Costs are diffuse – spread across renters, potential movers, the broader economy</a:t>
            </a:r>
          </a:p>
          <a:p>
            <a:r>
              <a:rPr lang="en-US" dirty="0"/>
              <a:t>Homeowners vote; future residents don't</a:t>
            </a:r>
          </a:p>
          <a:p>
            <a:r>
              <a:rPr lang="en-US" dirty="0"/>
              <a:t>Local governments have strong incentives to restrict supply</a:t>
            </a:r>
          </a:p>
        </p:txBody>
      </p:sp>
    </p:spTree>
    <p:extLst>
      <p:ext uri="{BB962C8B-B14F-4D97-AF65-F5344CB8AC3E}">
        <p14:creationId xmlns:p14="http://schemas.microsoft.com/office/powerpoint/2010/main" val="2828601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4636DA-ACCB-B834-8BAD-B4048109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Would Solutions Look Like?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C5F21-F4CC-E506-D619-A7C46E947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57200" indent="-342900">
              <a:buFont typeface="+mj-lt"/>
              <a:buAutoNum type="arabicPeriod"/>
            </a:pPr>
            <a:r>
              <a:rPr lang="en-US" sz="1700" dirty="0"/>
              <a:t>State-level override of local zoning (e.g., California's SB 9, SB 35)</a:t>
            </a:r>
          </a:p>
          <a:p>
            <a:pPr marL="457200" indent="-342900">
              <a:buFont typeface="+mj-lt"/>
              <a:buAutoNum type="arabicPeriod"/>
            </a:pPr>
            <a:r>
              <a:rPr lang="en-US" sz="1700" dirty="0"/>
              <a:t>Streamlined environmental review for housing</a:t>
            </a:r>
          </a:p>
          <a:p>
            <a:pPr marL="457200" indent="-342900">
              <a:buFont typeface="+mj-lt"/>
              <a:buAutoNum type="arabicPeriod"/>
            </a:pPr>
            <a:r>
              <a:rPr lang="en-US" sz="1700" dirty="0"/>
              <a:t>By-right development that removes discretionary approval</a:t>
            </a:r>
          </a:p>
          <a:p>
            <a:pPr marL="114300" indent="0">
              <a:buNone/>
            </a:pPr>
            <a:endParaRPr lang="en-US" sz="1700" dirty="0"/>
          </a:p>
          <a:p>
            <a:pPr marL="114300" indent="0">
              <a:buNone/>
            </a:pPr>
            <a:r>
              <a:rPr lang="en-US" sz="1700" dirty="0"/>
              <a:t>CA under Governor Newsom has made progress here, but obstacles remain</a:t>
            </a:r>
          </a:p>
          <a:p>
            <a:pPr marL="114300" indent="0">
              <a:buNone/>
            </a:pPr>
            <a:endParaRPr lang="en-US" sz="1700" dirty="0"/>
          </a:p>
          <a:p>
            <a:pPr marL="114300" indent="0">
              <a:buNone/>
            </a:pPr>
            <a:r>
              <a:rPr lang="en-US" sz="1700" dirty="0"/>
              <a:t>Key distinction in housing policy: building housing is often both illegal </a:t>
            </a:r>
            <a:r>
              <a:rPr lang="en-US" sz="1700" b="1" i="1" dirty="0"/>
              <a:t>and</a:t>
            </a:r>
            <a:r>
              <a:rPr lang="en-US" sz="1700" dirty="0"/>
              <a:t> difficult</a:t>
            </a:r>
          </a:p>
          <a:p>
            <a:r>
              <a:rPr lang="en-US" sz="1700" dirty="0"/>
              <a:t>Something like zoning reform means a builder is allowed to build</a:t>
            </a:r>
          </a:p>
          <a:p>
            <a:r>
              <a:rPr lang="en-US" sz="1700" dirty="0"/>
              <a:t>But slow permitting can make projects prohibitively slow/difficult to complete</a:t>
            </a:r>
          </a:p>
        </p:txBody>
      </p:sp>
    </p:spTree>
    <p:extLst>
      <p:ext uri="{BB962C8B-B14F-4D97-AF65-F5344CB8AC3E}">
        <p14:creationId xmlns:p14="http://schemas.microsoft.com/office/powerpoint/2010/main" val="2828601131"/>
      </p:ext>
    </p:extLst>
  </p:cSld>
  <p:clrMapOvr>
    <a:masterClrMapping/>
  </p:clrMapOvr>
</p:sld>
</file>

<file path=ppt/theme/theme1.xml><?xml version="1.0" encoding="utf-8"?>
<a:theme xmlns:a="http://schemas.openxmlformats.org/drawingml/2006/main" name="paul-gp-beamer-theme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ul-gp-beamer-theme" id="{73513C1D-6B2E-4D59-8485-B00BA26FF5DB}" vid="{9B20C62F-3582-4E0C-AE2A-CBC1C2FC51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2c0b871-335f-4b5c-9ed0-a4a23565a79b}" enabled="0" method="" siteId="{82c0b871-335f-4b5c-9ed0-a4a23565a79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paul-gp-beamer-theme</Template>
  <TotalTime>5799</TotalTime>
  <Words>933</Words>
  <Application>Microsoft Office PowerPoint</Application>
  <PresentationFormat>On-screen Show (16:9)</PresentationFormat>
  <Paragraphs>141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Droid Serif</vt:lpstr>
      <vt:lpstr>Arial</vt:lpstr>
      <vt:lpstr>Book Antiqua</vt:lpstr>
      <vt:lpstr>Lato</vt:lpstr>
      <vt:lpstr>Calibri</vt:lpstr>
      <vt:lpstr>paul-gp-beamer-theme</vt:lpstr>
      <vt:lpstr>The Economic Implications of Housing Supply</vt:lpstr>
      <vt:lpstr>Slides Overview</vt:lpstr>
      <vt:lpstr>The Central Question</vt:lpstr>
      <vt:lpstr>Tobin's q for Housing</vt:lpstr>
      <vt:lpstr>What Goes Into MPPC?</vt:lpstr>
      <vt:lpstr>A Useful Benchmark</vt:lpstr>
      <vt:lpstr>What Do the Data Show?</vt:lpstr>
      <vt:lpstr>3 Types of Housing Markets</vt:lpstr>
      <vt:lpstr>California as a Special Case</vt:lpstr>
      <vt:lpstr>The Regulatory Tax</vt:lpstr>
      <vt:lpstr>A Caveat</vt:lpstr>
      <vt:lpstr>Who Wins and Who Loses?</vt:lpstr>
      <vt:lpstr>Labor Misallocation</vt:lpstr>
      <vt:lpstr>Barriers to Construction</vt:lpstr>
      <vt:lpstr>What Would Solutions Look Like?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 590: Week Two</dc:title>
  <dc:creator>Taylor Mackay</dc:creator>
  <cp:lastModifiedBy>Taylor Mackay</cp:lastModifiedBy>
  <cp:revision>9</cp:revision>
  <cp:lastPrinted>2026-09-01T21:30:39Z</cp:lastPrinted>
  <dcterms:created xsi:type="dcterms:W3CDTF">2023-01-26T20:08:27Z</dcterms:created>
  <dcterms:modified xsi:type="dcterms:W3CDTF">2026-09-11T23:00:15Z</dcterms:modified>
</cp:coreProperties>
</file>